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26337D-61AF-4B37-BEEF-5560311F4EA9}">
  <a:tblStyle styleId="{9726337D-61AF-4B37-BEEF-5560311F4E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8eb411677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8eb411677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8eb411677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8eb41167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f1491b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cf1491b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f1491bb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cf1491bb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cf1491bb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cf1491bb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e06baa7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e06baa7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ce06baa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ce06baa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cf1491b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cf1491b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cf1491bb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cf1491bb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cf1491bb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cf1491bb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cf1491bb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cf1491bb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cf1491bb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cf1491bb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cf1491bb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7cf1491bb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cf1491bb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cf1491bb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cf1491bba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cf1491bba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8eb41167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8eb41167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cf1491bba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7cf1491bba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8eb4116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8eb4116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48eb41167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48eb41167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48eb41167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48eb41167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cf1491bba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7cf1491bb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48eb41167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48eb41167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275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Topic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600" y="411900"/>
            <a:ext cx="102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8775" y="481725"/>
            <a:ext cx="59592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AutoNum type="arabicPeriod"/>
            </a:pPr>
            <a:r>
              <a:rPr lang="zh-TW" sz="1800">
                <a:solidFill>
                  <a:srgbClr val="D9D2E9"/>
                </a:solidFill>
              </a:rPr>
              <a:t>flexCompositor.db</a:t>
            </a:r>
            <a:endParaRPr sz="1800">
              <a:solidFill>
                <a:srgbClr val="D9D2E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 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mux-dummySrc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mux-dummySink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request/response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request/response - sourceSwitchers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homeButton - switch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request/response - sourceMuxs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homeButton - mux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2E9"/>
              </a:buClr>
              <a:buSzPts val="1800"/>
              <a:buFont typeface="Times New Roman"/>
              <a:buAutoNum type="arabicPeriod"/>
            </a:pP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notify</a:t>
            </a:r>
            <a:b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 sz="1800">
                <a:solidFill>
                  <a:srgbClr val="D9D2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notify -  homeEvent</a:t>
            </a:r>
            <a:endParaRPr sz="1800">
              <a:solidFill>
                <a:srgbClr val="D9D2E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275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flexCompositor.db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600" y="411900"/>
            <a:ext cx="10279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;8295 flexCompositor.db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[screen]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mainDisplay=virtual-0,1920x1080,\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app(com.AUO.PHUD/com.epicgames.unreal.GameActivity)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youtubeDisplay=virtual-2,3200x2000,\   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app(com.google.android.apps.automotive.youtube/com.google.android.apps.automotive.youtube.YoutubeWebviewActivity)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spotifyDisplay=virtual-3,3200x2000,\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app(com.android.car.media/com.android.car.media.MediaActivity)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orinStream1=stream-1,1920x1080,\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server(192.168.1.6,50001),\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 codec(h264)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dpDisplay0=dp-0,1920x1080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dpDisplay2=dp-2,6008x934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dpDisplay3=dp-3,3200x2000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[mapping]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mainDisplay(0,0,1920,227)-&gt;dpDisplay2(0,112,6008,710),switch(0,1)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mainDisplay(0,227,1365,853)-&gt;dpDisplay0(0,0,1920,1080),switch(1,1)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youtubeDisplay(0,0,3200,2000)-&gt;dpDisplay0(0,0,1920,1080),switch(1,3)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spotifyDisplay(0,0,3200,2000)-&gt;dpDisplay0(0,0,1920,1080),switch(1,4)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orinStream1(0,0,1920,1070)-&gt;dpDisplay0(0,0,1920,1080),switch(1,2)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998150" y="598275"/>
            <a:ext cx="28215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zh-TW" sz="1100">
                <a:solidFill>
                  <a:schemeClr val="lt2"/>
                </a:solidFill>
              </a:rPr>
              <a:t> is a comment symbol.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lt2"/>
                </a:solidFill>
              </a:rPr>
              <a:t>\ can be used to continue the statement on the next line.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3201975" y="136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343575"/>
                <a:gridCol w="1343575"/>
                <a:gridCol w="13435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VirtualDisplay - For storing app content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virtual-&lt;n&gt;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Avoid repetition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android activity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5"/>
          <p:cNvSpPr txBox="1"/>
          <p:nvPr/>
        </p:nvSpPr>
        <p:spPr>
          <a:xfrm>
            <a:off x="3107850" y="221850"/>
            <a:ext cx="5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;&lt;name&gt;=virtual-&lt;n&gt;,&lt;w&gt;x&lt;h&gt;,app(&lt;appName&gt;)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02000" y="637100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201975" y="38226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p.4.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to submit app content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3107850" y="221850"/>
            <a:ext cx="572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;&lt;name&gt;=stream&lt;n&gt;,&lt;w&gt;x&lt;h&gt;,server(&lt;ip&gt;,&lt;port&gt;),codec(h264/h265)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02000" y="1973478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4" name="Google Shape;94;p16"/>
          <p:cNvGraphicFramePr/>
          <p:nvPr/>
        </p:nvGraphicFramePr>
        <p:xfrm>
          <a:off x="3194150" y="1531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343575"/>
                <a:gridCol w="1343575"/>
                <a:gridCol w="134357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 - For receiving or sending streams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Avoid repetition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android activity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codec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codec 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h264/ h265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" name="Google Shape;95;p16"/>
          <p:cNvSpPr txBox="1"/>
          <p:nvPr/>
        </p:nvSpPr>
        <p:spPr>
          <a:xfrm>
            <a:off x="3194150" y="4319779"/>
            <a:ext cx="539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p.5.</a:t>
            </a:r>
            <a:b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mapping relationship, it is determined whether it acts as a server (outputting the stream) or a client (receiving the stream).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element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57400" y="73812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VirtualDisplay</a:t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57400" y="2066650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574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1471600" y="111492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471600" y="2443450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src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408800" y="3395175"/>
            <a:ext cx="1670400" cy="10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08800" y="3771975"/>
            <a:ext cx="556200" cy="24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sink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3107850" y="221850"/>
            <a:ext cx="572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;&lt;name&gt;=dp/hdmi/lvds-&lt;n&gt;,&lt;w&gt;x&lt;h&gt;</a:t>
            </a: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02000" y="3298172"/>
            <a:ext cx="1965600" cy="1185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0" name="Google Shape;110;p17"/>
          <p:cNvGraphicFramePr/>
          <p:nvPr/>
        </p:nvGraphicFramePr>
        <p:xfrm>
          <a:off x="3198975" y="122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493625"/>
                <a:gridCol w="1493625"/>
                <a:gridCol w="14936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- Shown on the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dp/hdmi/lvds-&lt;n&gt;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&lt;n&gt; : Provided by the system 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&lt;w&gt;x&lt;h&gt;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x height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17"/>
          <p:cNvSpPr txBox="1"/>
          <p:nvPr/>
        </p:nvSpPr>
        <p:spPr>
          <a:xfrm>
            <a:off x="3198975" y="3298179"/>
            <a:ext cx="539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p.4-5.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the source and display it on the monitor.</a:t>
            </a:r>
            <a:endParaRPr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0" y="574953"/>
            <a:ext cx="6246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(480,270,960,540)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65191" y="308455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630925" y="30845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2998875" y="32605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839191" y="38225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-38875" y="32786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04925" y="38225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153725" y="32786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104925" y="358147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625550" y="330970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955918" y="321967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2594550" y="298252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1889375" y="3354378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104925" y="4057028"/>
            <a:ext cx="397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mainDisplay with a size of 960x540 pixels at position (480, 270) on dpDisplay0.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mapping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839125" y="2671925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0" y="609600"/>
            <a:ext cx="6246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;device0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stream0(0,0,1920,1080)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65191" y="311920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39191" y="385720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-38875" y="331330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889375" y="3389025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104925" y="4091675"/>
            <a:ext cx="397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device1 receives the stream from device0 and displays it on dpDisplay0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630966" y="311920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stream0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3104966" y="385720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2194125" y="3560925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4594775" y="598030"/>
            <a:ext cx="6246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;device1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stream1=stream-0,1920x1080,\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server(192.168.1.6,50000),\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codec(h264)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(0,0,1920,1080)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-&gt;dpDisplay0(480,270,960,540)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959966" y="3107630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stream1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5433966" y="384563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572000" y="349583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484150" y="3377455"/>
            <a:ext cx="741600" cy="17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7262125" y="3091211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7630075" y="3267161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7736125" y="382921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8730273" y="3285311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7736125" y="358813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8256750" y="331636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587118" y="3226337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225750" y="2989181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158" name="Google Shape;158;p19"/>
          <p:cNvCxnSpPr>
            <a:stCxn id="142" idx="3"/>
          </p:cNvCxnSpPr>
          <p:nvPr/>
        </p:nvCxnSpPr>
        <p:spPr>
          <a:xfrm>
            <a:off x="4153766" y="3488200"/>
            <a:ext cx="819600" cy="2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59" name="Google Shape;159;p19"/>
          <p:cNvSpPr txBox="1"/>
          <p:nvPr/>
        </p:nvSpPr>
        <p:spPr>
          <a:xfrm>
            <a:off x="2629115" y="3503815"/>
            <a:ext cx="15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192.168.1.6,50000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4945615" y="3495997"/>
            <a:ext cx="15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192.168.1.7,34568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mapping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7470325" y="4039850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0" y="0"/>
            <a:ext cx="9144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youtubeDisplay=virtual-1,1920x1080,\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com.google.android.apps.automotive.youtube/com.google.android.apps.automotive.youtube.YoutubeWebviewActivity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switch(0,2)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65191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2922375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290325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39191" y="38539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-38875" y="33100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396375" y="436675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445175" y="382285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396375" y="412567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917000" y="385390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247368" y="376387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2886000" y="352672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switch.</a:t>
            </a:r>
            <a:b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p.12-16.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65191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39191" y="48796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-38875" y="43357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183" name="Google Shape;183;p20"/>
          <p:cNvSpPr/>
          <p:nvPr/>
        </p:nvSpPr>
        <p:spPr>
          <a:xfrm rot="5400000">
            <a:off x="2000638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993550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185" name="Google Shape;185;p20"/>
          <p:cNvCxnSpPr>
            <a:endCxn id="183" idx="1"/>
          </p:cNvCxnSpPr>
          <p:nvPr/>
        </p:nvCxnSpPr>
        <p:spPr>
          <a:xfrm>
            <a:off x="1887988" y="3496175"/>
            <a:ext cx="339600" cy="5016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0"/>
          <p:cNvCxnSpPr>
            <a:stCxn id="180" idx="3"/>
            <a:endCxn id="183" idx="1"/>
          </p:cNvCxnSpPr>
          <p:nvPr/>
        </p:nvCxnSpPr>
        <p:spPr>
          <a:xfrm flipH="1" rot="10800000">
            <a:off x="1887991" y="3997919"/>
            <a:ext cx="339600" cy="512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0"/>
          <p:cNvCxnSpPr>
            <a:stCxn id="183" idx="3"/>
            <a:endCxn id="169" idx="1"/>
          </p:cNvCxnSpPr>
          <p:nvPr/>
        </p:nvCxnSpPr>
        <p:spPr>
          <a:xfrm>
            <a:off x="2515288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8" name="Google Shape;188;p20"/>
          <p:cNvGraphicFramePr/>
          <p:nvPr/>
        </p:nvGraphicFramePr>
        <p:xfrm>
          <a:off x="5730150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733025"/>
                <a:gridCol w="1012700"/>
                <a:gridCol w="14711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channel: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 black 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717840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switch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130575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0" y="0"/>
            <a:ext cx="9144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mainDisplay=virtual-0,1920x1080,\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app(com.AUO.PHUD/com.epicgames.unreal.GameActivity)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youtubeDisplay=virtual-1,1920x1080,\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app(com.google.android.apps.automotive.youtube/com.google.android.apps.automotive.youtube.YoutubeWebviewActivity)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>
                <a:solidFill>
                  <a:srgbClr val="C27B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dpDisplay0=dp-0,1920x1080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dpDisplay1=dp-1,1920x1080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(0,2)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65191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2922375" y="320142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3290325" y="337737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199" name="Google Shape;199;p21"/>
          <p:cNvSpPr txBox="1"/>
          <p:nvPr/>
        </p:nvSpPr>
        <p:spPr>
          <a:xfrm>
            <a:off x="839191" y="38539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-38875" y="33100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917000" y="372603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445175" y="33955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3396375" y="367910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3917000" y="342657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247368" y="3336549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2886000" y="3099393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</a:t>
            </a: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</a:t>
            </a: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65191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39191" y="487961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-38875" y="4335719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11" name="Google Shape;211;p21"/>
          <p:cNvSpPr/>
          <p:nvPr/>
        </p:nvSpPr>
        <p:spPr>
          <a:xfrm rot="5400000">
            <a:off x="2000638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993550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213" name="Google Shape;213;p21"/>
          <p:cNvCxnSpPr/>
          <p:nvPr/>
        </p:nvCxnSpPr>
        <p:spPr>
          <a:xfrm>
            <a:off x="1887988" y="3496175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1"/>
          <p:cNvCxnSpPr>
            <a:stCxn id="208" idx="3"/>
          </p:cNvCxnSpPr>
          <p:nvPr/>
        </p:nvCxnSpPr>
        <p:spPr>
          <a:xfrm flipH="1" rot="10800000">
            <a:off x="1887991" y="4187819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1"/>
          <p:cNvCxnSpPr>
            <a:endCxn id="197" idx="1"/>
          </p:cNvCxnSpPr>
          <p:nvPr/>
        </p:nvCxnSpPr>
        <p:spPr>
          <a:xfrm flipH="1" rot="10800000">
            <a:off x="2540775" y="3570423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16" name="Google Shape;216;p21"/>
          <p:cNvGraphicFramePr/>
          <p:nvPr/>
        </p:nvGraphicFramePr>
        <p:xfrm>
          <a:off x="5730150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733025"/>
                <a:gridCol w="1012700"/>
                <a:gridCol w="14711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channel: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 black  screen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1"/>
          <p:cNvSpPr txBox="1"/>
          <p:nvPr/>
        </p:nvSpPr>
        <p:spPr>
          <a:xfrm>
            <a:off x="7178400" y="0"/>
            <a:ext cx="1965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902300" y="411615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3270250" y="429210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220" name="Google Shape;220;p21"/>
          <p:cNvSpPr txBox="1"/>
          <p:nvPr/>
        </p:nvSpPr>
        <p:spPr>
          <a:xfrm>
            <a:off x="3376300" y="485415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425100" y="4310252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376300" y="461307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896925" y="434130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227293" y="4251278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2865925" y="4014121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226" name="Google Shape;226;p21"/>
          <p:cNvCxnSpPr>
            <a:endCxn id="218" idx="1"/>
          </p:cNvCxnSpPr>
          <p:nvPr/>
        </p:nvCxnSpPr>
        <p:spPr>
          <a:xfrm>
            <a:off x="2517400" y="4156652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1"/>
          <p:cNvSpPr txBox="1"/>
          <p:nvPr/>
        </p:nvSpPr>
        <p:spPr>
          <a:xfrm>
            <a:off x="4085025" y="30292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169950" y="3939413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229" name="Google Shape;229;p21"/>
          <p:cNvCxnSpPr/>
          <p:nvPr/>
        </p:nvCxnSpPr>
        <p:spPr>
          <a:xfrm>
            <a:off x="2245425" y="3760500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1"/>
          <p:cNvCxnSpPr/>
          <p:nvPr/>
        </p:nvCxnSpPr>
        <p:spPr>
          <a:xfrm flipH="1" rot="10800000">
            <a:off x="2237650" y="4164375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0" y="0"/>
            <a:ext cx="914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dpDisplay2=dp-3,1920x1080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-&gt;dpDisplay2(0,0,1920,1080),mux(0,2)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65191" y="19038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2922375" y="19893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3290325" y="21653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239" name="Google Shape;239;p22"/>
          <p:cNvSpPr txBox="1"/>
          <p:nvPr/>
        </p:nvSpPr>
        <p:spPr>
          <a:xfrm>
            <a:off x="839191" y="26418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-38875" y="20979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3917000" y="2513972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445175" y="2183460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3396375" y="2467044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3917000" y="2214510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247368" y="2124486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2886000" y="1887329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65191" y="29295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39191" y="36675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-38875" y="31236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50" name="Google Shape;250;p22"/>
          <p:cNvSpPr/>
          <p:nvPr/>
        </p:nvSpPr>
        <p:spPr>
          <a:xfrm rot="5400000">
            <a:off x="1617100" y="30254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993550" y="19455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252" name="Google Shape;252;p22"/>
          <p:cNvCxnSpPr/>
          <p:nvPr/>
        </p:nvCxnSpPr>
        <p:spPr>
          <a:xfrm>
            <a:off x="1887988" y="22841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2"/>
          <p:cNvCxnSpPr>
            <a:stCxn id="247" idx="3"/>
          </p:cNvCxnSpPr>
          <p:nvPr/>
        </p:nvCxnSpPr>
        <p:spPr>
          <a:xfrm flipH="1" rot="10800000">
            <a:off x="1887991" y="29757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2"/>
          <p:cNvCxnSpPr>
            <a:endCxn id="237" idx="1"/>
          </p:cNvCxnSpPr>
          <p:nvPr/>
        </p:nvCxnSpPr>
        <p:spPr>
          <a:xfrm flipH="1" rot="10800000">
            <a:off x="2540775" y="23583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2"/>
          <p:cNvSpPr txBox="1"/>
          <p:nvPr/>
        </p:nvSpPr>
        <p:spPr>
          <a:xfrm>
            <a:off x="6518725" y="0"/>
            <a:ext cx="2625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mux-dummySrc 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902300" y="29040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3270250" y="30800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258" name="Google Shape;258;p22"/>
          <p:cNvSpPr txBox="1"/>
          <p:nvPr/>
        </p:nvSpPr>
        <p:spPr>
          <a:xfrm>
            <a:off x="3376300" y="364208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425100" y="3098188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3376300" y="340101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896925" y="3129238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227293" y="3039214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2865925" y="2802058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264" name="Google Shape;264;p22"/>
          <p:cNvCxnSpPr>
            <a:endCxn id="256" idx="1"/>
          </p:cNvCxnSpPr>
          <p:nvPr/>
        </p:nvCxnSpPr>
        <p:spPr>
          <a:xfrm>
            <a:off x="2517400" y="29445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22"/>
          <p:cNvSpPr txBox="1"/>
          <p:nvPr/>
        </p:nvSpPr>
        <p:spPr>
          <a:xfrm>
            <a:off x="4085025" y="1817224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169950" y="2727349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267" name="Google Shape;267;p22"/>
          <p:cNvCxnSpPr/>
          <p:nvPr/>
        </p:nvCxnSpPr>
        <p:spPr>
          <a:xfrm>
            <a:off x="2245425" y="2548437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2"/>
          <p:cNvCxnSpPr/>
          <p:nvPr/>
        </p:nvCxnSpPr>
        <p:spPr>
          <a:xfrm flipH="1" rot="10800000">
            <a:off x="2237650" y="29523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9" name="Google Shape;269;p22"/>
          <p:cNvSpPr/>
          <p:nvPr/>
        </p:nvSpPr>
        <p:spPr>
          <a:xfrm>
            <a:off x="365191" y="40175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2902300" y="39212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2902300" y="39212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3376300" y="465926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4425100" y="411536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169950" y="3744524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</a:t>
            </a:r>
            <a:endParaRPr/>
          </a:p>
        </p:txBody>
      </p:sp>
      <p:cxnSp>
        <p:nvCxnSpPr>
          <p:cNvPr id="275" name="Google Shape;275;p22"/>
          <p:cNvCxnSpPr>
            <a:stCxn id="269" idx="3"/>
          </p:cNvCxnSpPr>
          <p:nvPr/>
        </p:nvCxnSpPr>
        <p:spPr>
          <a:xfrm flipH="1" rot="10800000">
            <a:off x="1887991" y="35507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2"/>
          <p:cNvCxnSpPr>
            <a:endCxn id="270" idx="1"/>
          </p:cNvCxnSpPr>
          <p:nvPr/>
        </p:nvCxnSpPr>
        <p:spPr>
          <a:xfrm>
            <a:off x="2509600" y="35972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2"/>
          <p:cNvCxnSpPr/>
          <p:nvPr/>
        </p:nvCxnSpPr>
        <p:spPr>
          <a:xfrm>
            <a:off x="2222125" y="3566275"/>
            <a:ext cx="2796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8" name="Google Shape;278;p22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mux.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</a:t>
            </a: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/>
        </p:nvSpPr>
        <p:spPr>
          <a:xfrm>
            <a:off x="0" y="0"/>
            <a:ext cx="914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spotifyDisplay=virtual-2,1920x1080,\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app(com.android.car.media/com.android.car.media.MediaActivity)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spotifyDisplay(0,0,1920,1080)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365191" y="22000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2922375" y="2285527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3290325" y="2461477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287" name="Google Shape;287;p23"/>
          <p:cNvSpPr txBox="1"/>
          <p:nvPr/>
        </p:nvSpPr>
        <p:spPr>
          <a:xfrm>
            <a:off x="839191" y="293802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-38875" y="23941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3917000" y="2810139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4445175" y="2479627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3396375" y="276321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3917000" y="2510677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3247368" y="2420653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2886000" y="2183496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65191" y="32257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839191" y="3963723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-38875" y="3419823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98" name="Google Shape;298;p23"/>
          <p:cNvSpPr/>
          <p:nvPr/>
        </p:nvSpPr>
        <p:spPr>
          <a:xfrm rot="5400000">
            <a:off x="1605850" y="3332821"/>
            <a:ext cx="15312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993550" y="2241704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300" name="Google Shape;300;p23"/>
          <p:cNvCxnSpPr/>
          <p:nvPr/>
        </p:nvCxnSpPr>
        <p:spPr>
          <a:xfrm>
            <a:off x="1887988" y="2580279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3"/>
          <p:cNvCxnSpPr>
            <a:stCxn id="295" idx="3"/>
          </p:cNvCxnSpPr>
          <p:nvPr/>
        </p:nvCxnSpPr>
        <p:spPr>
          <a:xfrm flipH="1" rot="10800000">
            <a:off x="1887991" y="3271923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3"/>
          <p:cNvCxnSpPr>
            <a:endCxn id="285" idx="1"/>
          </p:cNvCxnSpPr>
          <p:nvPr/>
        </p:nvCxnSpPr>
        <p:spPr>
          <a:xfrm flipH="1" rot="10800000">
            <a:off x="2540775" y="2654527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23"/>
          <p:cNvSpPr/>
          <p:nvPr/>
        </p:nvSpPr>
        <p:spPr>
          <a:xfrm>
            <a:off x="2902300" y="3200256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3270250" y="3376206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305" name="Google Shape;305;p23"/>
          <p:cNvSpPr txBox="1"/>
          <p:nvPr/>
        </p:nvSpPr>
        <p:spPr>
          <a:xfrm>
            <a:off x="3376300" y="393825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1920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4425100" y="3394356"/>
            <a:ext cx="47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accent5"/>
                </a:solidFill>
              </a:rPr>
              <a:t>1080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3376300" y="3697181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960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3896925" y="3425406"/>
            <a:ext cx="574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5"/>
                </a:solidFill>
              </a:rPr>
              <a:t>540</a:t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3227293" y="3335381"/>
            <a:ext cx="75600" cy="75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2865925" y="3098225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accent6"/>
                </a:solidFill>
              </a:rPr>
              <a:t>480,270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311" name="Google Shape;311;p23"/>
          <p:cNvCxnSpPr>
            <a:endCxn id="303" idx="1"/>
          </p:cNvCxnSpPr>
          <p:nvPr/>
        </p:nvCxnSpPr>
        <p:spPr>
          <a:xfrm>
            <a:off x="2517400" y="3240756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3"/>
          <p:cNvSpPr txBox="1"/>
          <p:nvPr/>
        </p:nvSpPr>
        <p:spPr>
          <a:xfrm>
            <a:off x="4085025" y="2113391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4169950" y="302351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dpDisplay1</a:t>
            </a:r>
            <a:endParaRPr/>
          </a:p>
        </p:txBody>
      </p:sp>
      <p:cxnSp>
        <p:nvCxnSpPr>
          <p:cNvPr id="314" name="Google Shape;314;p23"/>
          <p:cNvCxnSpPr/>
          <p:nvPr/>
        </p:nvCxnSpPr>
        <p:spPr>
          <a:xfrm>
            <a:off x="2245425" y="2844604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3"/>
          <p:cNvCxnSpPr/>
          <p:nvPr/>
        </p:nvCxnSpPr>
        <p:spPr>
          <a:xfrm flipH="1" rot="10800000">
            <a:off x="2237650" y="3248479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6" name="Google Shape;316;p23"/>
          <p:cNvSpPr txBox="1"/>
          <p:nvPr/>
        </p:nvSpPr>
        <p:spPr>
          <a:xfrm>
            <a:off x="6518725" y="0"/>
            <a:ext cx="2625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mux-dummySink 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365191" y="42514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spotifyDisplay</a:t>
            </a:r>
            <a:endParaRPr/>
          </a:p>
        </p:txBody>
      </p:sp>
      <p:cxnSp>
        <p:nvCxnSpPr>
          <p:cNvPr id="318" name="Google Shape;318;p23"/>
          <p:cNvCxnSpPr>
            <a:stCxn id="317" idx="3"/>
          </p:cNvCxnSpPr>
          <p:nvPr/>
        </p:nvCxnSpPr>
        <p:spPr>
          <a:xfrm flipH="1" rot="10800000">
            <a:off x="1887991" y="3853623"/>
            <a:ext cx="318600" cy="76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23"/>
          <p:cNvSpPr txBox="1"/>
          <p:nvPr/>
        </p:nvSpPr>
        <p:spPr>
          <a:xfrm>
            <a:off x="4445175" y="4406950"/>
            <a:ext cx="45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switch the source channel by operating the mux.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refer to </a:t>
            </a:r>
            <a:r>
              <a:rPr lang="zh-TW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p.12, 17-20.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/>
        </p:nvSpPr>
        <p:spPr>
          <a:xfrm>
            <a:off x="0" y="0"/>
            <a:ext cx="2602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</a:t>
            </a:r>
            <a:r>
              <a:rPr lang="zh-TW">
                <a:solidFill>
                  <a:schemeClr val="lt1"/>
                </a:solidFill>
              </a:rPr>
              <a:t>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3185000" y="532225"/>
            <a:ext cx="1689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29" name="Google Shape;329;p24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24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32" name="Google Shape;332;p24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4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4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4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4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37" name="Google Shape;337;p24"/>
          <p:cNvGraphicFramePr/>
          <p:nvPr/>
        </p:nvGraphicFramePr>
        <p:xfrm>
          <a:off x="4661575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“jsonRequest”/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“jsonReponse”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length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checksum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digit hexadecimal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24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3037925" y="528325"/>
            <a:ext cx="15744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48" name="Google Shape;348;p25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5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“Type: jsonReponse\r\n”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351" name="Google Shape;351;p25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5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25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5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5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56" name="Google Shape;356;p25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0:black screen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homeSourceChannel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*The channel that switches when the Home button is pressed.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0:hide home icon(default)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home source 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homeStyle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0:home icon(default)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1.hide icon after switched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2.notify to launcher, after switch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7" name="Google Shape;357;p25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{“id”: 0, “channel”: 2, “homeSourceChannel”: 3, “homeStyle”: 0},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{“id”: 2, “channel”: 3}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358" name="Google Shape;358;p25"/>
          <p:cNvCxnSpPr>
            <a:stCxn id="347" idx="3"/>
          </p:cNvCxnSpPr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25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/>
          <p:nvPr/>
        </p:nvSpPr>
        <p:spPr>
          <a:xfrm>
            <a:off x="276675" y="1250738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{“id”: 0, “channel”: 2, “homeSourceChannel”: 3, “homeStyle”: 0},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{“id”: 2, “channel”: 3}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39947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2597131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2965081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800"/>
          </a:p>
        </p:txBody>
      </p:sp>
      <p:sp>
        <p:nvSpPr>
          <p:cNvPr id="369" name="Google Shape;369;p26"/>
          <p:cNvSpPr/>
          <p:nvPr/>
        </p:nvSpPr>
        <p:spPr>
          <a:xfrm>
            <a:off x="39947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 rot="5400000">
            <a:off x="1675394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1668306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372" name="Google Shape;372;p26"/>
          <p:cNvCxnSpPr/>
          <p:nvPr/>
        </p:nvCxnSpPr>
        <p:spPr>
          <a:xfrm>
            <a:off x="1562744" y="3496175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26"/>
          <p:cNvCxnSpPr>
            <a:stCxn id="369" idx="3"/>
          </p:cNvCxnSpPr>
          <p:nvPr/>
        </p:nvCxnSpPr>
        <p:spPr>
          <a:xfrm flipH="1" rot="10800000">
            <a:off x="1562747" y="4204919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26"/>
          <p:cNvCxnSpPr>
            <a:stCxn id="370" idx="3"/>
            <a:endCxn id="367" idx="1"/>
          </p:cNvCxnSpPr>
          <p:nvPr/>
        </p:nvCxnSpPr>
        <p:spPr>
          <a:xfrm>
            <a:off x="2190044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6"/>
          <p:cNvSpPr txBox="1"/>
          <p:nvPr/>
        </p:nvSpPr>
        <p:spPr>
          <a:xfrm>
            <a:off x="2805331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0" y="466100"/>
            <a:ext cx="716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switch(0,1)</a:t>
            </a:r>
            <a:b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youtubeDisplay(0,0,1920,1080)-&gt;dpDisplay0(480,270,960,540),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switch(0,2)</a:t>
            </a:r>
            <a:endParaRPr/>
          </a:p>
        </p:txBody>
      </p:sp>
      <p:cxnSp>
        <p:nvCxnSpPr>
          <p:cNvPr id="377" name="Google Shape;377;p26"/>
          <p:cNvCxnSpPr>
            <a:endCxn id="370" idx="3"/>
          </p:cNvCxnSpPr>
          <p:nvPr/>
        </p:nvCxnSpPr>
        <p:spPr>
          <a:xfrm>
            <a:off x="1920344" y="3755675"/>
            <a:ext cx="2697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8" name="Google Shape;378;p26"/>
          <p:cNvSpPr/>
          <p:nvPr/>
        </p:nvSpPr>
        <p:spPr>
          <a:xfrm>
            <a:off x="5001137" y="30998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7558321" y="361267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7926271" y="378862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381" name="Google Shape;381;p26"/>
          <p:cNvSpPr/>
          <p:nvPr/>
        </p:nvSpPr>
        <p:spPr>
          <a:xfrm>
            <a:off x="5001137" y="41255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 rot="5400000">
            <a:off x="6636583" y="3837844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6629496" y="3141519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384" name="Google Shape;384;p26"/>
          <p:cNvCxnSpPr/>
          <p:nvPr/>
        </p:nvCxnSpPr>
        <p:spPr>
          <a:xfrm>
            <a:off x="6523933" y="3480094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26"/>
          <p:cNvCxnSpPr>
            <a:stCxn id="381" idx="3"/>
          </p:cNvCxnSpPr>
          <p:nvPr/>
        </p:nvCxnSpPr>
        <p:spPr>
          <a:xfrm flipH="1" rot="10800000">
            <a:off x="6523937" y="4188838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26"/>
          <p:cNvCxnSpPr>
            <a:stCxn id="382" idx="3"/>
            <a:endCxn id="379" idx="1"/>
          </p:cNvCxnSpPr>
          <p:nvPr/>
        </p:nvCxnSpPr>
        <p:spPr>
          <a:xfrm>
            <a:off x="7151233" y="3981694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26"/>
          <p:cNvSpPr txBox="1"/>
          <p:nvPr/>
        </p:nvSpPr>
        <p:spPr>
          <a:xfrm>
            <a:off x="7766521" y="323190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388" name="Google Shape;388;p26"/>
          <p:cNvCxnSpPr>
            <a:endCxn id="382" idx="3"/>
          </p:cNvCxnSpPr>
          <p:nvPr/>
        </p:nvCxnSpPr>
        <p:spPr>
          <a:xfrm flipH="1" rot="10800000">
            <a:off x="6861133" y="3981694"/>
            <a:ext cx="2901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9" name="Google Shape;389;p26"/>
          <p:cNvSpPr/>
          <p:nvPr/>
        </p:nvSpPr>
        <p:spPr>
          <a:xfrm>
            <a:off x="534325" y="1765600"/>
            <a:ext cx="611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1668300" y="3157600"/>
            <a:ext cx="732300" cy="135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1" name="Google Shape;391;p26"/>
          <p:cNvCxnSpPr>
            <a:stCxn id="389" idx="2"/>
            <a:endCxn id="390" idx="0"/>
          </p:cNvCxnSpPr>
          <p:nvPr/>
        </p:nvCxnSpPr>
        <p:spPr>
          <a:xfrm>
            <a:off x="840175" y="2071300"/>
            <a:ext cx="1194300" cy="108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6"/>
          <p:cNvSpPr/>
          <p:nvPr/>
        </p:nvSpPr>
        <p:spPr>
          <a:xfrm>
            <a:off x="6700300" y="3940500"/>
            <a:ext cx="611700" cy="38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1277750" y="1771350"/>
            <a:ext cx="9912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4" name="Google Shape;394;p26"/>
          <p:cNvCxnSpPr>
            <a:stCxn id="393" idx="3"/>
            <a:endCxn id="392" idx="1"/>
          </p:cNvCxnSpPr>
          <p:nvPr/>
        </p:nvCxnSpPr>
        <p:spPr>
          <a:xfrm>
            <a:off x="2268950" y="1924200"/>
            <a:ext cx="4431300" cy="220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26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4385550" y="3788625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2982625" y="532225"/>
            <a:ext cx="1746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05" name="Google Shape;405;p27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7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08" name="Google Shape;408;p27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7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27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27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27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13" name="Google Shape;413;p27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 / timeout / checksum_error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switch_id_does_not_exist /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channel_out_of_range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27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“sourceSwitchers”:[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{“status”: ok},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</a:t>
            </a:r>
            <a:r>
              <a:rPr lang="zh-TW" sz="1500">
                <a:solidFill>
                  <a:schemeClr val="lt1"/>
                </a:solidFill>
              </a:rPr>
              <a:t>“status”: switch_id_does_not_exist</a:t>
            </a: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415" name="Google Shape;415;p27"/>
          <p:cNvCxnSpPr/>
          <p:nvPr/>
        </p:nvCxnSpPr>
        <p:spPr>
          <a:xfrm>
            <a:off x="2859750" y="4310334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6" name="Google Shape;416;p27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sourceSwitchers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homeButton - switch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196048" y="30998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2753232" y="3612672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3121182" y="3788622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sp>
        <p:nvSpPr>
          <p:cNvPr id="427" name="Google Shape;427;p28"/>
          <p:cNvSpPr/>
          <p:nvPr/>
        </p:nvSpPr>
        <p:spPr>
          <a:xfrm>
            <a:off x="196048" y="4125538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 rot="5400000">
            <a:off x="1831494" y="3837844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8"/>
          <p:cNvSpPr txBox="1"/>
          <p:nvPr/>
        </p:nvSpPr>
        <p:spPr>
          <a:xfrm>
            <a:off x="1824407" y="3141519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30" name="Google Shape;430;p28"/>
          <p:cNvCxnSpPr/>
          <p:nvPr/>
        </p:nvCxnSpPr>
        <p:spPr>
          <a:xfrm>
            <a:off x="1718844" y="3480094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28"/>
          <p:cNvCxnSpPr>
            <a:stCxn id="427" idx="3"/>
          </p:cNvCxnSpPr>
          <p:nvPr/>
        </p:nvCxnSpPr>
        <p:spPr>
          <a:xfrm flipH="1" rot="10800000">
            <a:off x="1718848" y="4188838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28"/>
          <p:cNvCxnSpPr>
            <a:stCxn id="428" idx="3"/>
            <a:endCxn id="425" idx="1"/>
          </p:cNvCxnSpPr>
          <p:nvPr/>
        </p:nvCxnSpPr>
        <p:spPr>
          <a:xfrm>
            <a:off x="2346144" y="3981694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28"/>
          <p:cNvSpPr txBox="1"/>
          <p:nvPr/>
        </p:nvSpPr>
        <p:spPr>
          <a:xfrm>
            <a:off x="2961432" y="3231906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434" name="Google Shape;434;p28"/>
          <p:cNvCxnSpPr>
            <a:endCxn id="428" idx="3"/>
          </p:cNvCxnSpPr>
          <p:nvPr/>
        </p:nvCxnSpPr>
        <p:spPr>
          <a:xfrm flipH="1" rot="10800000">
            <a:off x="2056044" y="3981694"/>
            <a:ext cx="2901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5" name="Google Shape;435;p28"/>
          <p:cNvSpPr/>
          <p:nvPr/>
        </p:nvSpPr>
        <p:spPr>
          <a:xfrm>
            <a:off x="4863856" y="31159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7421040" y="362875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7788990" y="3804703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800"/>
          </a:p>
        </p:txBody>
      </p:sp>
      <p:sp>
        <p:nvSpPr>
          <p:cNvPr id="438" name="Google Shape;438;p28"/>
          <p:cNvSpPr/>
          <p:nvPr/>
        </p:nvSpPr>
        <p:spPr>
          <a:xfrm>
            <a:off x="4863856" y="4141619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 rot="5400000">
            <a:off x="6499303" y="3853925"/>
            <a:ext cx="7416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6492215" y="3157600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switch0</a:t>
            </a:r>
            <a:endParaRPr/>
          </a:p>
        </p:txBody>
      </p:sp>
      <p:cxnSp>
        <p:nvCxnSpPr>
          <p:cNvPr id="441" name="Google Shape;441;p28"/>
          <p:cNvCxnSpPr/>
          <p:nvPr/>
        </p:nvCxnSpPr>
        <p:spPr>
          <a:xfrm>
            <a:off x="6386653" y="3496175"/>
            <a:ext cx="365400" cy="28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28"/>
          <p:cNvCxnSpPr>
            <a:stCxn id="438" idx="3"/>
          </p:cNvCxnSpPr>
          <p:nvPr/>
        </p:nvCxnSpPr>
        <p:spPr>
          <a:xfrm flipH="1" rot="10800000">
            <a:off x="6386656" y="4204919"/>
            <a:ext cx="326700" cy="305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28"/>
          <p:cNvCxnSpPr>
            <a:stCxn id="439" idx="3"/>
            <a:endCxn id="436" idx="1"/>
          </p:cNvCxnSpPr>
          <p:nvPr/>
        </p:nvCxnSpPr>
        <p:spPr>
          <a:xfrm>
            <a:off x="7013953" y="3997775"/>
            <a:ext cx="407100" cy="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28"/>
          <p:cNvSpPr txBox="1"/>
          <p:nvPr/>
        </p:nvSpPr>
        <p:spPr>
          <a:xfrm>
            <a:off x="7629240" y="3247988"/>
            <a:ext cx="11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dpDisplay0</a:t>
            </a:r>
            <a:endParaRPr/>
          </a:p>
        </p:txBody>
      </p:sp>
      <p:cxnSp>
        <p:nvCxnSpPr>
          <p:cNvPr id="445" name="Google Shape;445;p28"/>
          <p:cNvCxnSpPr>
            <a:endCxn id="439" idx="3"/>
          </p:cNvCxnSpPr>
          <p:nvPr/>
        </p:nvCxnSpPr>
        <p:spPr>
          <a:xfrm>
            <a:off x="6744253" y="3755675"/>
            <a:ext cx="2697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446" name="Google Shape;4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2925" y="2335775"/>
            <a:ext cx="554625" cy="55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28"/>
          <p:cNvCxnSpPr>
            <a:endCxn id="446" idx="2"/>
          </p:cNvCxnSpPr>
          <p:nvPr/>
        </p:nvCxnSpPr>
        <p:spPr>
          <a:xfrm rot="10800000">
            <a:off x="3110237" y="2890400"/>
            <a:ext cx="114300" cy="924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48" name="Google Shape;448;p28"/>
          <p:cNvSpPr txBox="1"/>
          <p:nvPr/>
        </p:nvSpPr>
        <p:spPr>
          <a:xfrm>
            <a:off x="0" y="20591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switch comes before each display view, a home button will be automatically generated.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4385550" y="3788625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8"/>
          <p:cNvSpPr txBox="1"/>
          <p:nvPr/>
        </p:nvSpPr>
        <p:spPr>
          <a:xfrm>
            <a:off x="3791575" y="19514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When the button is pressed, it usually switches to src1, unless the "homeSourceChannel" is set via a "request".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56" name="Google Shape;456;p29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7" name="Google Shape;457;p29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2968000" y="528325"/>
            <a:ext cx="1644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9" name="Google Shape;459;p29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60" name="Google Shape;460;p29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29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2" name="Google Shape;462;p29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463" name="Google Shape;463;p29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29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29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29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29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68" name="Google Shape;468;p29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sourceMuxs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sourceC</a:t>
                      </a: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0:black screen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sinkChannel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0:dummy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channel id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homeSourceChannel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*The channel that switches when the Home button is pressed.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0:hide home icon(default)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1-n: home source channel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homeStyle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0:home icon(default)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1.hide icon after switched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2.notify to launcher, after switch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9" name="Google Shape;469;p29"/>
          <p:cNvSpPr txBox="1"/>
          <p:nvPr/>
        </p:nvSpPr>
        <p:spPr>
          <a:xfrm>
            <a:off x="4777675" y="346522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{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sourceMuxs</a:t>
            </a:r>
            <a:r>
              <a:rPr lang="zh-TW" sz="1200">
                <a:solidFill>
                  <a:schemeClr val="lt1"/>
                </a:solidFill>
              </a:rPr>
              <a:t>”:[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  {“id”: 0, “</a:t>
            </a:r>
            <a:r>
              <a:rPr lang="zh-TW" sz="1200">
                <a:solidFill>
                  <a:schemeClr val="lt1"/>
                </a:solidFill>
              </a:rPr>
              <a:t>sourceChannel</a:t>
            </a:r>
            <a:r>
              <a:rPr lang="zh-TW" sz="1200">
                <a:solidFill>
                  <a:schemeClr val="lt1"/>
                </a:solidFill>
              </a:rPr>
              <a:t>”: 2, </a:t>
            </a:r>
            <a:r>
              <a:rPr lang="zh-TW" sz="1200">
                <a:solidFill>
                  <a:schemeClr val="lt1"/>
                </a:solidFill>
              </a:rPr>
              <a:t>“sinkChannel”: 1, </a:t>
            </a:r>
            <a:r>
              <a:rPr lang="zh-TW" sz="1200">
                <a:solidFill>
                  <a:schemeClr val="lt1"/>
                </a:solidFill>
              </a:rPr>
              <a:t>“homeSourceChannel”: 3, “homeStyle”: 1},</a:t>
            </a:r>
            <a:br>
              <a:rPr lang="zh-TW" sz="1200">
                <a:solidFill>
                  <a:schemeClr val="lt1"/>
                </a:solidFill>
              </a:rPr>
            </a:br>
            <a:r>
              <a:rPr lang="zh-TW" sz="1200">
                <a:solidFill>
                  <a:schemeClr val="lt1"/>
                </a:solidFill>
              </a:rPr>
              <a:t>    {“id”: </a:t>
            </a:r>
            <a:r>
              <a:rPr lang="zh-TW" sz="1200">
                <a:solidFill>
                  <a:schemeClr val="lt1"/>
                </a:solidFill>
              </a:rPr>
              <a:t>0</a:t>
            </a:r>
            <a:r>
              <a:rPr lang="zh-TW" sz="1200">
                <a:solidFill>
                  <a:schemeClr val="lt1"/>
                </a:solidFill>
              </a:rPr>
              <a:t>, </a:t>
            </a:r>
            <a:r>
              <a:rPr lang="zh-TW" sz="1200">
                <a:solidFill>
                  <a:schemeClr val="lt1"/>
                </a:solidFill>
              </a:rPr>
              <a:t>“sourceChannel”: 2, “sinkChannel”: 3</a:t>
            </a: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470" name="Google Shape;470;p29"/>
          <p:cNvCxnSpPr>
            <a:stCxn id="459" idx="3"/>
          </p:cNvCxnSpPr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29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 txBox="1"/>
          <p:nvPr/>
        </p:nvSpPr>
        <p:spPr>
          <a:xfrm>
            <a:off x="0" y="0"/>
            <a:ext cx="914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[screen]</a:t>
            </a:r>
            <a:endParaRPr>
              <a:solidFill>
                <a:srgbClr val="C27B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p.7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dpDisplay2=dp-3,1920x1080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[mapping]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mainDisplay(0,0,1920,1080)-&gt;dpDisplay0(480,270,960,540),mux(0,1)</a:t>
            </a:r>
            <a:b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youtubeDisplay(0,0,1920,1080)-&gt;dpDisplay1(480,270,960,540),mux(0,2)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-&gt;dpDisplay2(0,0,1920,1080),mux(0,2)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365191" y="19038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2922375" y="19893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>
            <a:off x="3290325" y="21653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 sz="900"/>
          </a:p>
        </p:txBody>
      </p:sp>
      <p:sp>
        <p:nvSpPr>
          <p:cNvPr id="481" name="Google Shape;481;p30"/>
          <p:cNvSpPr/>
          <p:nvPr/>
        </p:nvSpPr>
        <p:spPr>
          <a:xfrm>
            <a:off x="365191" y="29295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 rot="5400000">
            <a:off x="1617100" y="30254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0"/>
          <p:cNvSpPr txBox="1"/>
          <p:nvPr/>
        </p:nvSpPr>
        <p:spPr>
          <a:xfrm>
            <a:off x="1993550" y="19455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484" name="Google Shape;484;p30"/>
          <p:cNvCxnSpPr/>
          <p:nvPr/>
        </p:nvCxnSpPr>
        <p:spPr>
          <a:xfrm>
            <a:off x="1887988" y="22841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0"/>
          <p:cNvCxnSpPr>
            <a:stCxn id="481" idx="3"/>
          </p:cNvCxnSpPr>
          <p:nvPr/>
        </p:nvCxnSpPr>
        <p:spPr>
          <a:xfrm flipH="1" rot="10800000">
            <a:off x="1887991" y="29757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30"/>
          <p:cNvCxnSpPr>
            <a:endCxn id="479" idx="1"/>
          </p:cNvCxnSpPr>
          <p:nvPr/>
        </p:nvCxnSpPr>
        <p:spPr>
          <a:xfrm flipH="1" rot="10800000">
            <a:off x="2540775" y="23583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7" name="Google Shape;487;p30"/>
          <p:cNvSpPr txBox="1"/>
          <p:nvPr/>
        </p:nvSpPr>
        <p:spPr>
          <a:xfrm>
            <a:off x="4218925" y="0"/>
            <a:ext cx="4925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2902300" y="29040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"/>
          <p:cNvSpPr/>
          <p:nvPr/>
        </p:nvSpPr>
        <p:spPr>
          <a:xfrm>
            <a:off x="3270250" y="30800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490" name="Google Shape;490;p30"/>
          <p:cNvCxnSpPr>
            <a:endCxn id="488" idx="1"/>
          </p:cNvCxnSpPr>
          <p:nvPr/>
        </p:nvCxnSpPr>
        <p:spPr>
          <a:xfrm>
            <a:off x="2517400" y="29445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30"/>
          <p:cNvCxnSpPr/>
          <p:nvPr/>
        </p:nvCxnSpPr>
        <p:spPr>
          <a:xfrm>
            <a:off x="2245425" y="2548437"/>
            <a:ext cx="2874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0"/>
          <p:cNvCxnSpPr/>
          <p:nvPr/>
        </p:nvCxnSpPr>
        <p:spPr>
          <a:xfrm flipH="1" rot="10800000">
            <a:off x="2237650" y="29523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3" name="Google Shape;493;p30"/>
          <p:cNvSpPr/>
          <p:nvPr/>
        </p:nvSpPr>
        <p:spPr>
          <a:xfrm>
            <a:off x="365191" y="40175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2902300" y="39212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2902300" y="39212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6" name="Google Shape;496;p30"/>
          <p:cNvCxnSpPr>
            <a:stCxn id="493" idx="3"/>
          </p:cNvCxnSpPr>
          <p:nvPr/>
        </p:nvCxnSpPr>
        <p:spPr>
          <a:xfrm flipH="1" rot="10800000">
            <a:off x="1887991" y="35507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0"/>
          <p:cNvCxnSpPr>
            <a:endCxn id="494" idx="1"/>
          </p:cNvCxnSpPr>
          <p:nvPr/>
        </p:nvCxnSpPr>
        <p:spPr>
          <a:xfrm>
            <a:off x="2509600" y="35972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30"/>
          <p:cNvCxnSpPr/>
          <p:nvPr/>
        </p:nvCxnSpPr>
        <p:spPr>
          <a:xfrm>
            <a:off x="2222125" y="3566275"/>
            <a:ext cx="2796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9" name="Google Shape;499;p30"/>
          <p:cNvSpPr/>
          <p:nvPr/>
        </p:nvSpPr>
        <p:spPr>
          <a:xfrm>
            <a:off x="4734714" y="190860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7291898" y="199411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7659848" y="217006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502" name="Google Shape;502;p30"/>
          <p:cNvSpPr/>
          <p:nvPr/>
        </p:nvSpPr>
        <p:spPr>
          <a:xfrm>
            <a:off x="4734714" y="293430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 rot="5400000">
            <a:off x="5986623" y="303015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6363073" y="195028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505" name="Google Shape;505;p30"/>
          <p:cNvCxnSpPr/>
          <p:nvPr/>
        </p:nvCxnSpPr>
        <p:spPr>
          <a:xfrm>
            <a:off x="6257511" y="228886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30"/>
          <p:cNvCxnSpPr>
            <a:stCxn id="502" idx="3"/>
          </p:cNvCxnSpPr>
          <p:nvPr/>
        </p:nvCxnSpPr>
        <p:spPr>
          <a:xfrm flipH="1" rot="10800000">
            <a:off x="6257514" y="298050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30"/>
          <p:cNvCxnSpPr>
            <a:endCxn id="500" idx="1"/>
          </p:cNvCxnSpPr>
          <p:nvPr/>
        </p:nvCxnSpPr>
        <p:spPr>
          <a:xfrm flipH="1" rot="10800000">
            <a:off x="6910298" y="236311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30"/>
          <p:cNvSpPr/>
          <p:nvPr/>
        </p:nvSpPr>
        <p:spPr>
          <a:xfrm>
            <a:off x="7271823" y="290883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0"/>
          <p:cNvSpPr/>
          <p:nvPr/>
        </p:nvSpPr>
        <p:spPr>
          <a:xfrm>
            <a:off x="7639773" y="308478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510" name="Google Shape;510;p30"/>
          <p:cNvCxnSpPr>
            <a:endCxn id="508" idx="1"/>
          </p:cNvCxnSpPr>
          <p:nvPr/>
        </p:nvCxnSpPr>
        <p:spPr>
          <a:xfrm>
            <a:off x="6886923" y="294933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30"/>
          <p:cNvCxnSpPr/>
          <p:nvPr/>
        </p:nvCxnSpPr>
        <p:spPr>
          <a:xfrm flipH="1" rot="10800000">
            <a:off x="6596425" y="2599550"/>
            <a:ext cx="3060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0"/>
          <p:cNvCxnSpPr/>
          <p:nvPr/>
        </p:nvCxnSpPr>
        <p:spPr>
          <a:xfrm flipH="1" rot="10800000">
            <a:off x="6607173" y="295706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13" name="Google Shape;513;p30"/>
          <p:cNvSpPr/>
          <p:nvPr/>
        </p:nvSpPr>
        <p:spPr>
          <a:xfrm>
            <a:off x="4734714" y="402225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514" name="Google Shape;514;p30"/>
          <p:cNvSpPr/>
          <p:nvPr/>
        </p:nvSpPr>
        <p:spPr>
          <a:xfrm>
            <a:off x="7271823" y="392601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/>
          <p:nvPr/>
        </p:nvSpPr>
        <p:spPr>
          <a:xfrm>
            <a:off x="7271823" y="392602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6" name="Google Shape;516;p30"/>
          <p:cNvCxnSpPr>
            <a:stCxn id="513" idx="3"/>
          </p:cNvCxnSpPr>
          <p:nvPr/>
        </p:nvCxnSpPr>
        <p:spPr>
          <a:xfrm flipH="1" rot="10800000">
            <a:off x="6257514" y="355545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0"/>
          <p:cNvCxnSpPr>
            <a:endCxn id="514" idx="1"/>
          </p:cNvCxnSpPr>
          <p:nvPr/>
        </p:nvCxnSpPr>
        <p:spPr>
          <a:xfrm>
            <a:off x="6879123" y="360201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0"/>
          <p:cNvCxnSpPr/>
          <p:nvPr/>
        </p:nvCxnSpPr>
        <p:spPr>
          <a:xfrm>
            <a:off x="6627500" y="3006850"/>
            <a:ext cx="2436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19" name="Google Shape;519;p30"/>
          <p:cNvSpPr txBox="1"/>
          <p:nvPr/>
        </p:nvSpPr>
        <p:spPr>
          <a:xfrm>
            <a:off x="5665450" y="380050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{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“sourceMuxs”:[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  {“id”: 0, “sourceChannel”: 2, “sinkChannel”: 1, “homeSourceChannel”: 3, “homeStyle”: 1},</a:t>
            </a:r>
            <a:br>
              <a:rPr lang="zh-TW" sz="1200">
                <a:solidFill>
                  <a:schemeClr val="lt1"/>
                </a:solidFill>
              </a:rPr>
            </a:br>
            <a:r>
              <a:rPr lang="zh-TW" sz="1200">
                <a:solidFill>
                  <a:schemeClr val="lt1"/>
                </a:solidFill>
              </a:rPr>
              <a:t>    {“id”: 0, “sourceChannel”: 2, “sinkChannel”: 3}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 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}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520" name="Google Shape;520;p30"/>
          <p:cNvSpPr txBox="1"/>
          <p:nvPr/>
        </p:nvSpPr>
        <p:spPr>
          <a:xfrm>
            <a:off x="1841450" y="247338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src1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21" name="Google Shape;521;p30"/>
          <p:cNvSpPr txBox="1"/>
          <p:nvPr/>
        </p:nvSpPr>
        <p:spPr>
          <a:xfrm>
            <a:off x="1841450" y="310673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src2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2488213" y="2480913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sink1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2286388" y="3039088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sink2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2286388" y="3871963"/>
            <a:ext cx="55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</a:rPr>
              <a:t>sink3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5875946" y="801450"/>
            <a:ext cx="5517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6" name="Google Shape;526;p30"/>
          <p:cNvCxnSpPr>
            <a:stCxn id="525" idx="1"/>
          </p:cNvCxnSpPr>
          <p:nvPr/>
        </p:nvCxnSpPr>
        <p:spPr>
          <a:xfrm flipH="1">
            <a:off x="2742746" y="919950"/>
            <a:ext cx="3133200" cy="126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0"/>
          <p:cNvSpPr/>
          <p:nvPr/>
        </p:nvSpPr>
        <p:spPr>
          <a:xfrm>
            <a:off x="1787025" y="2222125"/>
            <a:ext cx="1196400" cy="216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6773525" y="2352850"/>
            <a:ext cx="611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6345550" y="2885450"/>
            <a:ext cx="3927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0"/>
          <p:cNvSpPr/>
          <p:nvPr/>
        </p:nvSpPr>
        <p:spPr>
          <a:xfrm>
            <a:off x="6773525" y="3407600"/>
            <a:ext cx="349800" cy="38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6495426" y="801450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>
            <a:off x="7813277" y="1172475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7823126" y="801450"/>
            <a:ext cx="1320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30"/>
          <p:cNvCxnSpPr>
            <a:stCxn id="531" idx="2"/>
            <a:endCxn id="529" idx="0"/>
          </p:cNvCxnSpPr>
          <p:nvPr/>
        </p:nvCxnSpPr>
        <p:spPr>
          <a:xfrm flipH="1">
            <a:off x="6541776" y="1038450"/>
            <a:ext cx="614100" cy="18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30"/>
          <p:cNvCxnSpPr>
            <a:stCxn id="532" idx="2"/>
            <a:endCxn id="530" idx="3"/>
          </p:cNvCxnSpPr>
          <p:nvPr/>
        </p:nvCxnSpPr>
        <p:spPr>
          <a:xfrm flipH="1">
            <a:off x="7123427" y="1409475"/>
            <a:ext cx="1350300" cy="219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30"/>
          <p:cNvCxnSpPr>
            <a:stCxn id="533" idx="2"/>
            <a:endCxn id="528" idx="0"/>
          </p:cNvCxnSpPr>
          <p:nvPr/>
        </p:nvCxnSpPr>
        <p:spPr>
          <a:xfrm flipH="1">
            <a:off x="7079276" y="1038450"/>
            <a:ext cx="1404300" cy="131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0"/>
          <p:cNvSpPr/>
          <p:nvPr/>
        </p:nvSpPr>
        <p:spPr>
          <a:xfrm>
            <a:off x="4393463" y="3242650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7392850" y="4148775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request/response - sourceMuxs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544" name="Google Shape;544;p31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jsonRequest\r\n”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5" name="Google Shape;545;p31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2968000" y="528325"/>
            <a:ext cx="1644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7" name="Google Shape;547;p31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548" name="Google Shape;548;p31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31"/>
          <p:cNvSpPr txBox="1"/>
          <p:nvPr/>
        </p:nvSpPr>
        <p:spPr>
          <a:xfrm>
            <a:off x="736663" y="28708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jsonReponse\r\n”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1730563" y="41022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551" name="Google Shape;551;p31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1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31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31"/>
          <p:cNvCxnSpPr/>
          <p:nvPr/>
        </p:nvCxnSpPr>
        <p:spPr>
          <a:xfrm rot="10800000">
            <a:off x="551750" y="3877025"/>
            <a:ext cx="35040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31"/>
          <p:cNvCxnSpPr/>
          <p:nvPr/>
        </p:nvCxnSpPr>
        <p:spPr>
          <a:xfrm rot="10800000">
            <a:off x="528800" y="4502400"/>
            <a:ext cx="34881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56" name="Google Shape;556;p31"/>
          <p:cNvGraphicFramePr/>
          <p:nvPr/>
        </p:nvGraphicFramePr>
        <p:xfrm>
          <a:off x="4777725" y="32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1100425"/>
                <a:gridCol w="8302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sourceSwitchers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 / timeout / checksum_error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switch_id_does_not_exist /</a:t>
                      </a:r>
                      <a:b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 sz="800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channel_out_of_range</a:t>
                      </a:r>
                      <a:endParaRPr sz="800"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7" name="Google Shape;557;p31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sourceMuxs</a:t>
            </a:r>
            <a:r>
              <a:rPr lang="zh-TW" sz="1500">
                <a:solidFill>
                  <a:schemeClr val="lt1"/>
                </a:solidFill>
              </a:rPr>
              <a:t>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{“status”: ok},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 {“status”: switch_id_does_not_exist}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558" name="Google Shape;558;p31"/>
          <p:cNvCxnSpPr/>
          <p:nvPr/>
        </p:nvCxnSpPr>
        <p:spPr>
          <a:xfrm>
            <a:off x="2859750" y="4310334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9" name="Google Shape;559;p31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tcp(:50000)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"/>
          <p:cNvSpPr txBox="1"/>
          <p:nvPr/>
        </p:nvSpPr>
        <p:spPr>
          <a:xfrm>
            <a:off x="0" y="0"/>
            <a:ext cx="51111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homeButton - mux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196768" y="19707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567" name="Google Shape;567;p32"/>
          <p:cNvSpPr/>
          <p:nvPr/>
        </p:nvSpPr>
        <p:spPr>
          <a:xfrm>
            <a:off x="2753952" y="205626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2"/>
          <p:cNvSpPr/>
          <p:nvPr/>
        </p:nvSpPr>
        <p:spPr>
          <a:xfrm>
            <a:off x="3121902" y="223221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569" name="Google Shape;569;p32"/>
          <p:cNvSpPr/>
          <p:nvPr/>
        </p:nvSpPr>
        <p:spPr>
          <a:xfrm>
            <a:off x="196768" y="2996456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 rot="5400000">
            <a:off x="1448677" y="3092301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825127" y="2012437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572" name="Google Shape;572;p32"/>
          <p:cNvCxnSpPr/>
          <p:nvPr/>
        </p:nvCxnSpPr>
        <p:spPr>
          <a:xfrm>
            <a:off x="1719564" y="2351012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32"/>
          <p:cNvCxnSpPr>
            <a:stCxn id="569" idx="3"/>
          </p:cNvCxnSpPr>
          <p:nvPr/>
        </p:nvCxnSpPr>
        <p:spPr>
          <a:xfrm flipH="1" rot="10800000">
            <a:off x="1719568" y="3042656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2"/>
          <p:cNvCxnSpPr>
            <a:endCxn id="567" idx="1"/>
          </p:cNvCxnSpPr>
          <p:nvPr/>
        </p:nvCxnSpPr>
        <p:spPr>
          <a:xfrm flipH="1" rot="10800000">
            <a:off x="2372352" y="2425260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32"/>
          <p:cNvSpPr/>
          <p:nvPr/>
        </p:nvSpPr>
        <p:spPr>
          <a:xfrm>
            <a:off x="2733877" y="2970988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3101827" y="3146938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577" name="Google Shape;577;p32"/>
          <p:cNvCxnSpPr>
            <a:endCxn id="575" idx="1"/>
          </p:cNvCxnSpPr>
          <p:nvPr/>
        </p:nvCxnSpPr>
        <p:spPr>
          <a:xfrm>
            <a:off x="2348977" y="3011488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32"/>
          <p:cNvCxnSpPr/>
          <p:nvPr/>
        </p:nvCxnSpPr>
        <p:spPr>
          <a:xfrm flipH="1" rot="10800000">
            <a:off x="2058479" y="2661700"/>
            <a:ext cx="3060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2"/>
          <p:cNvCxnSpPr/>
          <p:nvPr/>
        </p:nvCxnSpPr>
        <p:spPr>
          <a:xfrm flipH="1" rot="10800000">
            <a:off x="2069227" y="3019212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0" name="Google Shape;580;p32"/>
          <p:cNvSpPr/>
          <p:nvPr/>
        </p:nvSpPr>
        <p:spPr>
          <a:xfrm>
            <a:off x="196768" y="4084406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2733877" y="3988163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>
            <a:off x="2733877" y="3988173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3" name="Google Shape;583;p32"/>
          <p:cNvCxnSpPr>
            <a:stCxn id="580" idx="3"/>
          </p:cNvCxnSpPr>
          <p:nvPr/>
        </p:nvCxnSpPr>
        <p:spPr>
          <a:xfrm flipH="1" rot="10800000">
            <a:off x="1719568" y="3617606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32"/>
          <p:cNvCxnSpPr>
            <a:endCxn id="581" idx="1"/>
          </p:cNvCxnSpPr>
          <p:nvPr/>
        </p:nvCxnSpPr>
        <p:spPr>
          <a:xfrm>
            <a:off x="2341177" y="3664163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32"/>
          <p:cNvCxnSpPr/>
          <p:nvPr/>
        </p:nvCxnSpPr>
        <p:spPr>
          <a:xfrm>
            <a:off x="2089554" y="3069000"/>
            <a:ext cx="2436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6" name="Google Shape;586;p32"/>
          <p:cNvSpPr/>
          <p:nvPr/>
        </p:nvSpPr>
        <p:spPr>
          <a:xfrm>
            <a:off x="4385538" y="3207850"/>
            <a:ext cx="3729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2"/>
          <p:cNvSpPr txBox="1"/>
          <p:nvPr/>
        </p:nvSpPr>
        <p:spPr>
          <a:xfrm>
            <a:off x="2854904" y="4210925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88" name="Google Shape;588;p32"/>
          <p:cNvSpPr/>
          <p:nvPr/>
        </p:nvSpPr>
        <p:spPr>
          <a:xfrm>
            <a:off x="4808943" y="2025177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mainDisplay</a:t>
            </a:r>
            <a:endParaRPr/>
          </a:p>
        </p:txBody>
      </p:sp>
      <p:sp>
        <p:nvSpPr>
          <p:cNvPr id="589" name="Google Shape;589;p32"/>
          <p:cNvSpPr/>
          <p:nvPr/>
        </p:nvSpPr>
        <p:spPr>
          <a:xfrm>
            <a:off x="7366127" y="2110681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"/>
          <p:cNvSpPr/>
          <p:nvPr/>
        </p:nvSpPr>
        <p:spPr>
          <a:xfrm>
            <a:off x="7734077" y="2286631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900"/>
          </a:p>
        </p:txBody>
      </p:sp>
      <p:sp>
        <p:nvSpPr>
          <p:cNvPr id="591" name="Google Shape;591;p32"/>
          <p:cNvSpPr/>
          <p:nvPr/>
        </p:nvSpPr>
        <p:spPr>
          <a:xfrm>
            <a:off x="4808943" y="3050877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sp>
        <p:nvSpPr>
          <p:cNvPr id="592" name="Google Shape;592;p32"/>
          <p:cNvSpPr/>
          <p:nvPr/>
        </p:nvSpPr>
        <p:spPr>
          <a:xfrm rot="5400000">
            <a:off x="6060852" y="3146723"/>
            <a:ext cx="1508700" cy="28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2"/>
          <p:cNvSpPr txBox="1"/>
          <p:nvPr/>
        </p:nvSpPr>
        <p:spPr>
          <a:xfrm>
            <a:off x="6437302" y="2066858"/>
            <a:ext cx="7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mux0</a:t>
            </a:r>
            <a:endParaRPr/>
          </a:p>
        </p:txBody>
      </p:sp>
      <p:cxnSp>
        <p:nvCxnSpPr>
          <p:cNvPr id="594" name="Google Shape;594;p32"/>
          <p:cNvCxnSpPr/>
          <p:nvPr/>
        </p:nvCxnSpPr>
        <p:spPr>
          <a:xfrm>
            <a:off x="6331739" y="2405433"/>
            <a:ext cx="349800" cy="295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32"/>
          <p:cNvCxnSpPr>
            <a:stCxn id="591" idx="3"/>
          </p:cNvCxnSpPr>
          <p:nvPr/>
        </p:nvCxnSpPr>
        <p:spPr>
          <a:xfrm flipH="1" rot="10800000">
            <a:off x="6331743" y="3097077"/>
            <a:ext cx="334200" cy="32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32"/>
          <p:cNvCxnSpPr>
            <a:endCxn id="589" idx="1"/>
          </p:cNvCxnSpPr>
          <p:nvPr/>
        </p:nvCxnSpPr>
        <p:spPr>
          <a:xfrm flipH="1" rot="10800000">
            <a:off x="6984527" y="2479681"/>
            <a:ext cx="381600" cy="237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p32"/>
          <p:cNvSpPr/>
          <p:nvPr/>
        </p:nvSpPr>
        <p:spPr>
          <a:xfrm>
            <a:off x="7346052" y="3025410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7714002" y="3201360"/>
            <a:ext cx="786900" cy="38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 sz="700"/>
          </a:p>
        </p:txBody>
      </p:sp>
      <p:cxnSp>
        <p:nvCxnSpPr>
          <p:cNvPr id="599" name="Google Shape;599;p32"/>
          <p:cNvCxnSpPr>
            <a:endCxn id="597" idx="1"/>
          </p:cNvCxnSpPr>
          <p:nvPr/>
        </p:nvCxnSpPr>
        <p:spPr>
          <a:xfrm>
            <a:off x="6961152" y="3065910"/>
            <a:ext cx="384900" cy="32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32"/>
          <p:cNvCxnSpPr/>
          <p:nvPr/>
        </p:nvCxnSpPr>
        <p:spPr>
          <a:xfrm flipH="1" rot="10800000">
            <a:off x="6681900" y="2716075"/>
            <a:ext cx="2949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2"/>
          <p:cNvCxnSpPr/>
          <p:nvPr/>
        </p:nvCxnSpPr>
        <p:spPr>
          <a:xfrm flipH="1" rot="10800000">
            <a:off x="6681402" y="3073633"/>
            <a:ext cx="2721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2" name="Google Shape;602;p32"/>
          <p:cNvSpPr/>
          <p:nvPr/>
        </p:nvSpPr>
        <p:spPr>
          <a:xfrm>
            <a:off x="4808943" y="4138827"/>
            <a:ext cx="1522800" cy="738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dummy</a:t>
            </a:r>
            <a:endParaRPr/>
          </a:p>
        </p:txBody>
      </p:sp>
      <p:sp>
        <p:nvSpPr>
          <p:cNvPr id="603" name="Google Shape;603;p32"/>
          <p:cNvSpPr/>
          <p:nvPr/>
        </p:nvSpPr>
        <p:spPr>
          <a:xfrm>
            <a:off x="7346052" y="4042585"/>
            <a:ext cx="1522800" cy="73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7346052" y="4042595"/>
            <a:ext cx="1522800" cy="73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5" name="Google Shape;605;p32"/>
          <p:cNvCxnSpPr>
            <a:stCxn id="602" idx="3"/>
          </p:cNvCxnSpPr>
          <p:nvPr/>
        </p:nvCxnSpPr>
        <p:spPr>
          <a:xfrm flipH="1" rot="10800000">
            <a:off x="6331743" y="3672027"/>
            <a:ext cx="334200" cy="83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2"/>
          <p:cNvCxnSpPr>
            <a:endCxn id="603" idx="1"/>
          </p:cNvCxnSpPr>
          <p:nvPr/>
        </p:nvCxnSpPr>
        <p:spPr>
          <a:xfrm>
            <a:off x="6953352" y="3718585"/>
            <a:ext cx="392700" cy="693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32"/>
          <p:cNvCxnSpPr/>
          <p:nvPr/>
        </p:nvCxnSpPr>
        <p:spPr>
          <a:xfrm flipH="1" rot="10800000">
            <a:off x="6666350" y="3703375"/>
            <a:ext cx="2790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8" name="Google Shape;608;p32"/>
          <p:cNvSpPr txBox="1"/>
          <p:nvPr/>
        </p:nvSpPr>
        <p:spPr>
          <a:xfrm>
            <a:off x="7467079" y="4265346"/>
            <a:ext cx="132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youtubeDisplay</a:t>
            </a:r>
            <a:endParaRPr/>
          </a:p>
        </p:txBody>
      </p:sp>
      <p:pic>
        <p:nvPicPr>
          <p:cNvPr id="609" name="Google Shape;6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87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82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775" y="1414138"/>
            <a:ext cx="554625" cy="55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2" name="Google Shape;612;p32"/>
          <p:cNvCxnSpPr/>
          <p:nvPr/>
        </p:nvCxnSpPr>
        <p:spPr>
          <a:xfrm rot="10800000">
            <a:off x="3038075" y="1771475"/>
            <a:ext cx="194100" cy="536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32"/>
          <p:cNvCxnSpPr/>
          <p:nvPr/>
        </p:nvCxnSpPr>
        <p:spPr>
          <a:xfrm flipH="1" rot="10800000">
            <a:off x="3177775" y="1740550"/>
            <a:ext cx="512700" cy="1421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32"/>
          <p:cNvCxnSpPr/>
          <p:nvPr/>
        </p:nvCxnSpPr>
        <p:spPr>
          <a:xfrm flipH="1" rot="10800000">
            <a:off x="2804850" y="1802450"/>
            <a:ext cx="1468500" cy="2253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15" name="Google Shape;615;p32"/>
          <p:cNvSpPr txBox="1"/>
          <p:nvPr/>
        </p:nvSpPr>
        <p:spPr>
          <a:xfrm>
            <a:off x="101825" y="8184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If each display view is preceded by a mux, then each display view will generate its own home button.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6" name="Google Shape;616;p32"/>
          <p:cNvSpPr txBox="1"/>
          <p:nvPr/>
        </p:nvSpPr>
        <p:spPr>
          <a:xfrm>
            <a:off x="4834450" y="823725"/>
            <a:ext cx="396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When the button is pressed, it usually </a:t>
            </a:r>
            <a:r>
              <a:rPr lang="zh-TW">
                <a:solidFill>
                  <a:schemeClr val="lt1"/>
                </a:solidFill>
              </a:rPr>
              <a:t>switches</a:t>
            </a:r>
            <a:r>
              <a:rPr lang="zh-TW">
                <a:solidFill>
                  <a:schemeClr val="lt1"/>
                </a:solidFill>
              </a:rPr>
              <a:t> to the initially connected source, unless the "homeSourceChannel" is set via a "request".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4063525" y="1289750"/>
            <a:ext cx="651900" cy="7380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2"/>
          <p:cNvSpPr/>
          <p:nvPr/>
        </p:nvSpPr>
        <p:spPr>
          <a:xfrm>
            <a:off x="4376650" y="3112625"/>
            <a:ext cx="372900" cy="4860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9" name="Google Shape;619;p32"/>
          <p:cNvCxnSpPr>
            <a:stCxn id="617" idx="2"/>
            <a:endCxn id="618" idx="0"/>
          </p:cNvCxnSpPr>
          <p:nvPr/>
        </p:nvCxnSpPr>
        <p:spPr>
          <a:xfrm>
            <a:off x="4389475" y="2027750"/>
            <a:ext cx="173700" cy="10848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0" name="Google Shape;620;p32"/>
          <p:cNvSpPr txBox="1"/>
          <p:nvPr/>
        </p:nvSpPr>
        <p:spPr>
          <a:xfrm>
            <a:off x="4057288" y="2629600"/>
            <a:ext cx="97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D966"/>
                </a:solidFill>
              </a:rPr>
              <a:t>press</a:t>
            </a:r>
            <a:endParaRPr sz="1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3"/>
          <p:cNvSpPr txBox="1"/>
          <p:nvPr/>
        </p:nvSpPr>
        <p:spPr>
          <a:xfrm>
            <a:off x="0" y="0"/>
            <a:ext cx="2602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notify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jsonNotify\r\n”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7" name="Google Shape;627;p33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8" name="Google Shape;628;p33"/>
          <p:cNvSpPr txBox="1"/>
          <p:nvPr/>
        </p:nvSpPr>
        <p:spPr>
          <a:xfrm>
            <a:off x="3278775" y="528325"/>
            <a:ext cx="1639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9" name="Google Shape;629;p33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630" name="Google Shape;630;p33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3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3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3" name="Google Shape;633;p33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634" name="Google Shape;634;p33"/>
          <p:cNvGraphicFramePr/>
          <p:nvPr/>
        </p:nvGraphicFramePr>
        <p:xfrm>
          <a:off x="4661575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jsonNotify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”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length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Checksum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data checksum</a:t>
                      </a:r>
                      <a:b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digit hexadecimal value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5" name="Google Shape;635;p33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</a:t>
            </a: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4"/>
          <p:cNvSpPr txBox="1"/>
          <p:nvPr/>
        </p:nvSpPr>
        <p:spPr>
          <a:xfrm>
            <a:off x="0" y="0"/>
            <a:ext cx="4218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E599"/>
                </a:solidFill>
              </a:rPr>
              <a:t>notify -  homeEvent</a:t>
            </a:r>
            <a:endParaRPr sz="2300">
              <a:solidFill>
                <a:srgbClr val="FFE599"/>
              </a:solidFill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730350" y="1010025"/>
            <a:ext cx="3123300" cy="1002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“Type: jsonNotify\r\n”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“Length: &lt;decValue&gt;\r\n”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“Checksum: &lt;4digit hexValue&gt;\r\n”</a:t>
            </a:r>
            <a:br>
              <a:rPr lang="zh-TW">
                <a:solidFill>
                  <a:schemeClr val="lt1"/>
                </a:solidFill>
              </a:rPr>
            </a:br>
            <a:r>
              <a:rPr lang="zh-TW">
                <a:solidFill>
                  <a:schemeClr val="lt1"/>
                </a:solidFill>
              </a:rPr>
              <a:t>“\r\n”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17575" y="528325"/>
            <a:ext cx="978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Launcher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(client)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278775" y="528325"/>
            <a:ext cx="1639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FlexCompositor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(server)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4" name="Google Shape;644;p34"/>
          <p:cNvSpPr txBox="1"/>
          <p:nvPr/>
        </p:nvSpPr>
        <p:spPr>
          <a:xfrm>
            <a:off x="1724250" y="2241475"/>
            <a:ext cx="11355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JSON data</a:t>
            </a:r>
            <a:endParaRPr/>
          </a:p>
        </p:txBody>
      </p:sp>
      <p:cxnSp>
        <p:nvCxnSpPr>
          <p:cNvPr id="645" name="Google Shape;645;p34"/>
          <p:cNvCxnSpPr/>
          <p:nvPr/>
        </p:nvCxnSpPr>
        <p:spPr>
          <a:xfrm flipH="1">
            <a:off x="55935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4"/>
          <p:cNvCxnSpPr/>
          <p:nvPr/>
        </p:nvCxnSpPr>
        <p:spPr>
          <a:xfrm flipH="1">
            <a:off x="4021700" y="1157725"/>
            <a:ext cx="15600" cy="3714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4"/>
          <p:cNvCxnSpPr/>
          <p:nvPr/>
        </p:nvCxnSpPr>
        <p:spPr>
          <a:xfrm>
            <a:off x="590500" y="2012325"/>
            <a:ext cx="3426600" cy="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8" name="Google Shape;648;p34"/>
          <p:cNvCxnSpPr/>
          <p:nvPr/>
        </p:nvCxnSpPr>
        <p:spPr>
          <a:xfrm>
            <a:off x="574950" y="2633900"/>
            <a:ext cx="3480900" cy="1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649" name="Google Shape;649;p34"/>
          <p:cNvGraphicFramePr/>
          <p:nvPr/>
        </p:nvGraphicFramePr>
        <p:xfrm>
          <a:off x="4708200" y="104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{9726337D-61AF-4B37-BEEF-5560311F4EA9}</a:tableStyleId>
              </a:tblPr>
              <a:tblGrid>
                <a:gridCol w="976525"/>
                <a:gridCol w="954150"/>
                <a:gridCol w="2029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homeEvent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switch/mux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D0E0E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switch/mux id</a:t>
                      </a:r>
                      <a:endParaRPr>
                        <a:solidFill>
                          <a:srgbClr val="D0E0E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0" name="Google Shape;650;p34"/>
          <p:cNvSpPr txBox="1"/>
          <p:nvPr/>
        </p:nvSpPr>
        <p:spPr>
          <a:xfrm>
            <a:off x="4777675" y="3236975"/>
            <a:ext cx="39603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{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“</a:t>
            </a:r>
            <a:r>
              <a:rPr lang="zh-TW" sz="1200">
                <a:solidFill>
                  <a:schemeClr val="lt1"/>
                </a:solidFill>
              </a:rPr>
              <a:t>homeEvent</a:t>
            </a:r>
            <a:r>
              <a:rPr lang="zh-TW" sz="1500">
                <a:solidFill>
                  <a:schemeClr val="lt1"/>
                </a:solidFill>
              </a:rPr>
              <a:t>”:[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  {“obj”: “switch”, “id”: 1},</a:t>
            </a:r>
            <a:br>
              <a:rPr lang="zh-TW" sz="1500">
                <a:solidFill>
                  <a:schemeClr val="lt1"/>
                </a:solidFill>
              </a:rPr>
            </a:br>
            <a:r>
              <a:rPr lang="zh-TW" sz="1500">
                <a:solidFill>
                  <a:schemeClr val="lt1"/>
                </a:solidFill>
              </a:rPr>
              <a:t>   </a:t>
            </a:r>
            <a:r>
              <a:rPr lang="zh-TW" sz="1500">
                <a:solidFill>
                  <a:schemeClr val="lt1"/>
                </a:solidFill>
              </a:rPr>
              <a:t> {“obj”: “mux”, “id”: 0},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  ]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lt1"/>
                </a:solidFill>
              </a:rPr>
              <a:t>}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4425425" y="356225"/>
            <a:ext cx="182400" cy="4483800"/>
          </a:xfrm>
          <a:prstGeom prst="leftBrace">
            <a:avLst>
              <a:gd fmla="val 50000" name="adj1"/>
              <a:gd fmla="val 4594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2859750" y="2441575"/>
            <a:ext cx="1422600" cy="5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3" name="Google Shape;653;p34"/>
          <p:cNvSpPr txBox="1"/>
          <p:nvPr/>
        </p:nvSpPr>
        <p:spPr>
          <a:xfrm>
            <a:off x="3637100" y="411900"/>
            <a:ext cx="784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tcp(:50001)</a:t>
            </a:r>
            <a:endParaRPr sz="10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