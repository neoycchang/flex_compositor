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5494B5-F6C3-4459-89A1-52B6A1934198}">
  <a:tblStyle styleId="{5C5494B5-F6C3-4459-89A1-52B6A19341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d2ab1b8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d2ab1b8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8eb411677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8eb411677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8eb411677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8eb41167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f1491b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f1491b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f1491bb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cf1491bb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cf1491bb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cf1491bb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ce06baa7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ce06baa7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ce06baa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ce06baa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cf1491b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cf1491b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cf1491bb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cf1491bb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cf1491bb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cf1491bb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cf1491bba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7cf1491bb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cf1491bb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7cf1491bb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cf1491bb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7cf1491bb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7cf1491bb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7cf1491bb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cf1491bba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7cf1491bba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48eb41167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48eb41167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cf1491bba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cf1491bba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48eb4116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48eb4116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48eb41167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48eb41167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48eb41167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48eb41167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7cf1491bba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7cf1491bb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48eb41167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48eb41167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9" Type="http://schemas.openxmlformats.org/officeDocument/2006/relationships/slide" Target="/ppt/slides/slide22.xml"/><Relationship Id="rId5" Type="http://schemas.openxmlformats.org/officeDocument/2006/relationships/slide" Target="/ppt/slides/slide7.xml"/><Relationship Id="rId6" Type="http://schemas.openxmlformats.org/officeDocument/2006/relationships/slide" Target="/ppt/slides/slide9.xml"/><Relationship Id="rId7" Type="http://schemas.openxmlformats.org/officeDocument/2006/relationships/slide" Target="/ppt/slides/slide10.xml"/><Relationship Id="rId8" Type="http://schemas.openxmlformats.org/officeDocument/2006/relationships/slide" Target="/ppt/slides/slide1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Neo 2025/09/30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2750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Topic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600" y="411900"/>
            <a:ext cx="102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</a:t>
            </a:r>
            <a:endParaRPr sz="1000">
              <a:solidFill>
                <a:srgbClr val="FFFFFF"/>
              </a:solidFill>
            </a:endParaRPr>
          </a:p>
        </p:txBody>
      </p:sp>
      <p:graphicFrame>
        <p:nvGraphicFramePr>
          <p:cNvPr id="65" name="Google Shape;65;p14"/>
          <p:cNvGraphicFramePr/>
          <p:nvPr/>
        </p:nvGraphicFramePr>
        <p:xfrm>
          <a:off x="454600" y="765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7228000"/>
                <a:gridCol w="1338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1.</a:t>
                      </a: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flexCompositor.db</a:t>
                      </a:r>
                      <a:endParaRPr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3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2.</a:t>
                      </a: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element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3-5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3.mapping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5"/>
                        </a:rPr>
                        <a:t>6-7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4.switch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6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5.mux -&gt; mux-dummySrc/mux-dummySink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7"/>
                        </a:rPr>
                        <a:t>9-11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6.request/response request/response - sourceSwitchers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   homeButton - switch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   request/response - sourceMuxs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   homeButton - mux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8"/>
                        </a:rPr>
                        <a:t>12-20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C27BA0"/>
                          </a:solidFill>
                        </a:rPr>
                        <a:t>7.notify -&gt; notify - homeEvent</a:t>
                      </a:r>
                      <a:endParaRPr sz="1800">
                        <a:solidFill>
                          <a:srgbClr val="C27BA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u="sng">
                          <a:solidFill>
                            <a:schemeClr val="hlink"/>
                          </a:solidFill>
                          <a:hlinkClick action="ppaction://hlinksldjump" r:id="rId9"/>
                        </a:rPr>
                        <a:t>21-22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0" y="0"/>
            <a:ext cx="2750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flexCompositor.db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6600" y="411900"/>
            <a:ext cx="10279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;8295 flexCompositor.db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[screen]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mainDisplay=virtual-0,1920x1080,\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app(com.AUO.PHUD/com.epicgames.unreal.GameActivity)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youtubeDisplay=virtual-2,3200x2000,\   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app(com.google.android.apps.automotive.youtube/com.google.android.apps.automotive.youtube.YoutubeWebviewActivity)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spotifyDisplay=virtual-3,3200x2000,\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app(com.android.car.media/com.android.car.media.MediaActivity)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orinStream1=stream-1,1920x1080,\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server(192.168.1.6,50001),\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codec(h264)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dpDisplay0=dp-0,1920x1080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dpDisplay2=dp-2,6008x934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dpDisplay3=dp-3,3200x2000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[mapping]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mainDisplay(0,0,1920,227)-&gt;dpDisplay2(0,112,6008,710),switch(0,1)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mainDisplay(0,227,1365,853)-&gt;dpDisplay0(0,0,1920,1080),switch(1,1)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youtubeDisplay(0,0,3200,2000)-&gt;dpDisplay0(0,0,1920,1080),switch(1,3)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spotifyDisplay(0,0,3200,2000)-&gt;dpDisplay0(0,0,1920,1080),switch(1,4)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orinStream1(0,0,1920,1070)-&gt;dpDisplay0(0,0,1920,1080),switch(1,2)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998150" y="598275"/>
            <a:ext cx="28215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zh-TW" sz="1100">
                <a:solidFill>
                  <a:schemeClr val="lt2"/>
                </a:solidFill>
              </a:rPr>
              <a:t> is a comment symbol.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lt2"/>
                </a:solidFill>
              </a:rPr>
              <a:t>\ can be used to continue the statement on the next line.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2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element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57400" y="73812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VirtualDisplay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57400" y="2066650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574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1471600" y="111492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4716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08800" y="339517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08800" y="377197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graphicFrame>
        <p:nvGraphicFramePr>
          <p:cNvPr id="87" name="Google Shape;87;p16"/>
          <p:cNvGraphicFramePr/>
          <p:nvPr/>
        </p:nvGraphicFramePr>
        <p:xfrm>
          <a:off x="3201975" y="136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343575"/>
                <a:gridCol w="1343575"/>
                <a:gridCol w="13435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VirtualDisplay - For storing app content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virtual-&lt;n&gt;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Avoid repetition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android activity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6"/>
          <p:cNvSpPr txBox="1"/>
          <p:nvPr/>
        </p:nvSpPr>
        <p:spPr>
          <a:xfrm>
            <a:off x="3107850" y="221850"/>
            <a:ext cx="572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;&lt;name&gt;=virtual-&lt;n&gt;,&lt;w&gt;x&lt;h&gt;,app(&lt;appName&gt;)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202000" y="637100"/>
            <a:ext cx="1965600" cy="1185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201975" y="38226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p.6.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 to submit app content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3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element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57400" y="73812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VirtualDisplay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357400" y="2066650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574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471600" y="111492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14716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08800" y="339517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08800" y="377197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107850" y="221850"/>
            <a:ext cx="5726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;&lt;name&gt;=stream&lt;n&gt;,&lt;w&gt;x&lt;h&gt;,server(&lt;ip&gt;,&lt;port&gt;),codec(h264/h265)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stream0=stream-0,1920x1080,\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02000" y="1973478"/>
            <a:ext cx="1965600" cy="1185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7" name="Google Shape;107;p17"/>
          <p:cNvGraphicFramePr/>
          <p:nvPr/>
        </p:nvGraphicFramePr>
        <p:xfrm>
          <a:off x="3194150" y="1531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343575"/>
                <a:gridCol w="1343575"/>
                <a:gridCol w="13435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 - For receiving or sending streams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stream&lt;n&gt;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Avoid repetition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android activity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codec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codec type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h264/ h265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7"/>
          <p:cNvSpPr txBox="1"/>
          <p:nvPr/>
        </p:nvSpPr>
        <p:spPr>
          <a:xfrm>
            <a:off x="3194150" y="4319779"/>
            <a:ext cx="539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p.7.</a:t>
            </a:r>
            <a:b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mapping relationship, it is determined whether it acts as a server (outputting the stream) or a client (receiving the stream).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4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element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57400" y="73812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VirtualDisplay</a:t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57400" y="2066650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574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1471600" y="111492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14716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408800" y="339517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408800" y="377197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3107850" y="221850"/>
            <a:ext cx="572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;&lt;name&gt;=dp/hdmi/lvds-&lt;n&gt;,&lt;w&gt;x&lt;h&gt;</a:t>
            </a: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02000" y="3298172"/>
            <a:ext cx="1965600" cy="1185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18"/>
          <p:cNvGraphicFramePr/>
          <p:nvPr/>
        </p:nvGraphicFramePr>
        <p:xfrm>
          <a:off x="3198975" y="122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493625"/>
                <a:gridCol w="1493625"/>
                <a:gridCol w="14936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- Shown on the screen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dp/hdmi/lvds-&lt;n&gt;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Provided by the system 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8"/>
          <p:cNvSpPr txBox="1"/>
          <p:nvPr/>
        </p:nvSpPr>
        <p:spPr>
          <a:xfrm>
            <a:off x="3198975" y="3298179"/>
            <a:ext cx="539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p.6-7.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the source and display it on the monitor.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5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0" y="574953"/>
            <a:ext cx="6246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(480,270,960,540)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65191" y="308455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2630925" y="30845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2998875" y="32605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839191" y="382255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-38875" y="327865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3104925" y="382255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4153725" y="327865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104925" y="358147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625550" y="330970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955918" y="3219679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2594550" y="2982523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889375" y="3354378"/>
            <a:ext cx="7416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104925" y="4057028"/>
            <a:ext cx="397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Render mainDisplay with a size of 960x540 pixels at position (480, 270) on dpDisplay0.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mapping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2839125" y="2671925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6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0" y="609600"/>
            <a:ext cx="6246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;device0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stream0=stream-0,1920x1080,\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stream0(0,0,1920,1080)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65191" y="3119200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839191" y="385720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-38875" y="3313300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1889375" y="3389025"/>
            <a:ext cx="7416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04925" y="4091675"/>
            <a:ext cx="397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device1 receives the stream from device0 and displays it on dpDisplay0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630966" y="3119200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3104966" y="385720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2194125" y="3560925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594775" y="598030"/>
            <a:ext cx="6246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;device1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stream1=stream-0,1920x1080,\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stream1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(0,0,1920,1080)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-&gt;dpDisplay0(480,270,960,540)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959966" y="3107630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stream1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433966" y="384563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572000" y="3495830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484150" y="3377455"/>
            <a:ext cx="7416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7262125" y="3091211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7630075" y="3267161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7736125" y="382921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8730273" y="3285311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7736125" y="358813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8256750" y="331636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587118" y="3226337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225750" y="2989181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177" name="Google Shape;177;p20"/>
          <p:cNvCxnSpPr>
            <a:stCxn id="161" idx="3"/>
          </p:cNvCxnSpPr>
          <p:nvPr/>
        </p:nvCxnSpPr>
        <p:spPr>
          <a:xfrm>
            <a:off x="4153766" y="3488200"/>
            <a:ext cx="819600" cy="2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78" name="Google Shape;178;p20"/>
          <p:cNvSpPr txBox="1"/>
          <p:nvPr/>
        </p:nvSpPr>
        <p:spPr>
          <a:xfrm>
            <a:off x="2629115" y="3503815"/>
            <a:ext cx="15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192.168.1.6,50000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945615" y="3495997"/>
            <a:ext cx="15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192.168.1.7,34568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mapping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7470325" y="4039850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7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0" y="0"/>
            <a:ext cx="9144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youtubeDisplay=virtual-1,1920x1080,\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com.google.android.apps.automotive.youtube/com.google.android.apps.automotive.youtube.YoutubeWebviewActivity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switch(0,1)</a:t>
            </a:r>
            <a:b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switch(0,2)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65191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2922375" y="36287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3290325" y="38047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39191" y="38539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-38875" y="33100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396375" y="436675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445175" y="382285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396375" y="412567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917000" y="385390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247368" y="3763879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2886000" y="3526723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switch.</a:t>
            </a:r>
            <a:b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p.12-16.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65191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39191" y="48796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-38875" y="43357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04" name="Google Shape;204;p21"/>
          <p:cNvSpPr/>
          <p:nvPr/>
        </p:nvSpPr>
        <p:spPr>
          <a:xfrm rot="5400000">
            <a:off x="2000638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993550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206" name="Google Shape;206;p21"/>
          <p:cNvCxnSpPr>
            <a:endCxn id="204" idx="1"/>
          </p:cNvCxnSpPr>
          <p:nvPr/>
        </p:nvCxnSpPr>
        <p:spPr>
          <a:xfrm>
            <a:off x="1887988" y="3496175"/>
            <a:ext cx="339600" cy="5016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1"/>
          <p:cNvCxnSpPr>
            <a:stCxn id="201" idx="3"/>
            <a:endCxn id="204" idx="1"/>
          </p:cNvCxnSpPr>
          <p:nvPr/>
        </p:nvCxnSpPr>
        <p:spPr>
          <a:xfrm flipH="1" rot="10800000">
            <a:off x="1887991" y="3997919"/>
            <a:ext cx="339600" cy="512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1"/>
          <p:cNvCxnSpPr>
            <a:stCxn id="204" idx="3"/>
            <a:endCxn id="190" idx="1"/>
          </p:cNvCxnSpPr>
          <p:nvPr/>
        </p:nvCxnSpPr>
        <p:spPr>
          <a:xfrm>
            <a:off x="2515288" y="3997775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9" name="Google Shape;209;p21"/>
          <p:cNvGraphicFramePr/>
          <p:nvPr/>
        </p:nvGraphicFramePr>
        <p:xfrm>
          <a:off x="5730150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733025"/>
                <a:gridCol w="1012700"/>
                <a:gridCol w="14711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channel: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 black  screen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1"/>
          <p:cNvSpPr txBox="1"/>
          <p:nvPr/>
        </p:nvSpPr>
        <p:spPr>
          <a:xfrm>
            <a:off x="717840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switch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130575" y="32479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8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/>
        </p:nvSpPr>
        <p:spPr>
          <a:xfrm>
            <a:off x="0" y="0"/>
            <a:ext cx="9144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youtubeDisplay=virtual-1,1920x1080,\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app(com.google.android.apps.automotive.youtube/com.google.android.apps.automotive.youtube.YoutubeWebviewActivity)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dpDisplay1=dp-1,1920x1080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(0,1)</a:t>
            </a:r>
            <a:b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(0,2)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65191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2922375" y="320142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3290325" y="337737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222" name="Google Shape;222;p22"/>
          <p:cNvSpPr txBox="1"/>
          <p:nvPr/>
        </p:nvSpPr>
        <p:spPr>
          <a:xfrm>
            <a:off x="839191" y="38539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-38875" y="33100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3917000" y="372603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445175" y="339552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3396375" y="3679107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3917000" y="342657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247368" y="3336549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2886000" y="3099393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</a:t>
            </a: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</a:t>
            </a: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p.12, 17-20.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65191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39191" y="48796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-38875" y="43357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34" name="Google Shape;234;p22"/>
          <p:cNvSpPr/>
          <p:nvPr/>
        </p:nvSpPr>
        <p:spPr>
          <a:xfrm rot="5400000">
            <a:off x="2000638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993550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236" name="Google Shape;236;p22"/>
          <p:cNvCxnSpPr/>
          <p:nvPr/>
        </p:nvCxnSpPr>
        <p:spPr>
          <a:xfrm>
            <a:off x="1887988" y="3496175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2"/>
          <p:cNvCxnSpPr>
            <a:stCxn id="231" idx="3"/>
          </p:cNvCxnSpPr>
          <p:nvPr/>
        </p:nvCxnSpPr>
        <p:spPr>
          <a:xfrm flipH="1" rot="10800000">
            <a:off x="1887991" y="4187819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2"/>
          <p:cNvCxnSpPr>
            <a:endCxn id="220" idx="1"/>
          </p:cNvCxnSpPr>
          <p:nvPr/>
        </p:nvCxnSpPr>
        <p:spPr>
          <a:xfrm flipH="1" rot="10800000">
            <a:off x="2540775" y="3570423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39" name="Google Shape;239;p22"/>
          <p:cNvGraphicFramePr/>
          <p:nvPr/>
        </p:nvGraphicFramePr>
        <p:xfrm>
          <a:off x="5730150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733025"/>
                <a:gridCol w="1012700"/>
                <a:gridCol w="14711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channel: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 black  screen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22"/>
          <p:cNvSpPr txBox="1"/>
          <p:nvPr/>
        </p:nvSpPr>
        <p:spPr>
          <a:xfrm>
            <a:off x="717840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mux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2902300" y="4116152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3270250" y="4292102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243" name="Google Shape;243;p22"/>
          <p:cNvSpPr txBox="1"/>
          <p:nvPr/>
        </p:nvSpPr>
        <p:spPr>
          <a:xfrm>
            <a:off x="3376300" y="4854152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4425100" y="4310252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376300" y="4613077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3896925" y="4341302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227293" y="4251278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2865925" y="4014121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249" name="Google Shape;249;p22"/>
          <p:cNvCxnSpPr>
            <a:endCxn id="241" idx="1"/>
          </p:cNvCxnSpPr>
          <p:nvPr/>
        </p:nvCxnSpPr>
        <p:spPr>
          <a:xfrm>
            <a:off x="2517400" y="4156652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22"/>
          <p:cNvSpPr txBox="1"/>
          <p:nvPr/>
        </p:nvSpPr>
        <p:spPr>
          <a:xfrm>
            <a:off x="4085025" y="30292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169950" y="3939413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</a:t>
            </a:r>
            <a:endParaRPr/>
          </a:p>
        </p:txBody>
      </p:sp>
      <p:cxnSp>
        <p:nvCxnSpPr>
          <p:cNvPr id="252" name="Google Shape;252;p22"/>
          <p:cNvCxnSpPr/>
          <p:nvPr/>
        </p:nvCxnSpPr>
        <p:spPr>
          <a:xfrm>
            <a:off x="2245425" y="3760500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2"/>
          <p:cNvCxnSpPr/>
          <p:nvPr/>
        </p:nvCxnSpPr>
        <p:spPr>
          <a:xfrm flipH="1" rot="10800000">
            <a:off x="2237650" y="4164375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4" name="Google Shape;25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9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0" y="0"/>
            <a:ext cx="914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p.7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dpDisplay2=dp-3,1920x1080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mainDisplay(0,0,1920,1080)-&gt;dpDisplay0(480,270,960,540),mux(0,1)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-&gt;dpDisplay2(0,0,1920,1080),mux(0,2)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65191" y="19038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2922375" y="198936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3290325" y="216531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264" name="Google Shape;264;p23"/>
          <p:cNvSpPr txBox="1"/>
          <p:nvPr/>
        </p:nvSpPr>
        <p:spPr>
          <a:xfrm>
            <a:off x="839191" y="264185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-38875" y="2097956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3917000" y="2513972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4445175" y="2183460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3396375" y="2467044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3917000" y="221451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247368" y="2124486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2886000" y="1887329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65191" y="29295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39191" y="366755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-38875" y="3123656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75" name="Google Shape;275;p23"/>
          <p:cNvSpPr/>
          <p:nvPr/>
        </p:nvSpPr>
        <p:spPr>
          <a:xfrm rot="5400000">
            <a:off x="1617100" y="302540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993550" y="194553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277" name="Google Shape;277;p23"/>
          <p:cNvCxnSpPr/>
          <p:nvPr/>
        </p:nvCxnSpPr>
        <p:spPr>
          <a:xfrm>
            <a:off x="1887988" y="228411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3"/>
          <p:cNvCxnSpPr>
            <a:stCxn id="272" idx="3"/>
          </p:cNvCxnSpPr>
          <p:nvPr/>
        </p:nvCxnSpPr>
        <p:spPr>
          <a:xfrm flipH="1" rot="10800000">
            <a:off x="1887991" y="297575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3"/>
          <p:cNvCxnSpPr>
            <a:endCxn id="262" idx="1"/>
          </p:cNvCxnSpPr>
          <p:nvPr/>
        </p:nvCxnSpPr>
        <p:spPr>
          <a:xfrm flipH="1" rot="10800000">
            <a:off x="2540775" y="235836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3"/>
          <p:cNvSpPr txBox="1"/>
          <p:nvPr/>
        </p:nvSpPr>
        <p:spPr>
          <a:xfrm>
            <a:off x="6518725" y="0"/>
            <a:ext cx="2625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mux-dummySrc 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2902300" y="290408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3270250" y="308003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283" name="Google Shape;283;p23"/>
          <p:cNvSpPr txBox="1"/>
          <p:nvPr/>
        </p:nvSpPr>
        <p:spPr>
          <a:xfrm>
            <a:off x="3376300" y="364208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4425100" y="3098188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3376300" y="340101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3896925" y="312923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3227293" y="3039214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2865925" y="2802058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289" name="Google Shape;289;p23"/>
          <p:cNvCxnSpPr>
            <a:endCxn id="281" idx="1"/>
          </p:cNvCxnSpPr>
          <p:nvPr/>
        </p:nvCxnSpPr>
        <p:spPr>
          <a:xfrm>
            <a:off x="2517400" y="294458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23"/>
          <p:cNvSpPr txBox="1"/>
          <p:nvPr/>
        </p:nvSpPr>
        <p:spPr>
          <a:xfrm>
            <a:off x="4085025" y="1817224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4169950" y="2727349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</a:t>
            </a:r>
            <a:endParaRPr/>
          </a:p>
        </p:txBody>
      </p:sp>
      <p:cxnSp>
        <p:nvCxnSpPr>
          <p:cNvPr id="292" name="Google Shape;292;p23"/>
          <p:cNvCxnSpPr/>
          <p:nvPr/>
        </p:nvCxnSpPr>
        <p:spPr>
          <a:xfrm>
            <a:off x="2245425" y="2548437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3"/>
          <p:cNvCxnSpPr/>
          <p:nvPr/>
        </p:nvCxnSpPr>
        <p:spPr>
          <a:xfrm flipH="1" rot="10800000">
            <a:off x="2237650" y="295231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4" name="Google Shape;294;p23"/>
          <p:cNvSpPr/>
          <p:nvPr/>
        </p:nvSpPr>
        <p:spPr>
          <a:xfrm>
            <a:off x="365191" y="401750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2902300" y="392126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2902300" y="392127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3376300" y="465926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4425100" y="411536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4169950" y="3744524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dpDisplay2</a:t>
            </a:r>
            <a:endParaRPr/>
          </a:p>
        </p:txBody>
      </p:sp>
      <p:cxnSp>
        <p:nvCxnSpPr>
          <p:cNvPr id="300" name="Google Shape;300;p23"/>
          <p:cNvCxnSpPr>
            <a:stCxn id="294" idx="3"/>
          </p:cNvCxnSpPr>
          <p:nvPr/>
        </p:nvCxnSpPr>
        <p:spPr>
          <a:xfrm flipH="1" rot="10800000">
            <a:off x="1887991" y="355070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3"/>
          <p:cNvCxnSpPr>
            <a:endCxn id="295" idx="1"/>
          </p:cNvCxnSpPr>
          <p:nvPr/>
        </p:nvCxnSpPr>
        <p:spPr>
          <a:xfrm>
            <a:off x="2509600" y="359726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23"/>
          <p:cNvCxnSpPr/>
          <p:nvPr/>
        </p:nvCxnSpPr>
        <p:spPr>
          <a:xfrm>
            <a:off x="2222125" y="3566275"/>
            <a:ext cx="2796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3" name="Google Shape;303;p23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mux.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</a:t>
            </a: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p.12, 17-20.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10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/>
        </p:nvSpPr>
        <p:spPr>
          <a:xfrm>
            <a:off x="0" y="0"/>
            <a:ext cx="9144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p.7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spotifyDisplay=virtual-2,1920x1080,\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app(com.android.car.media/com.android.car.media.MediaActivity)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mainDisplay(0,0,1920,1080)-&gt;dpDisplay0(480,270,960,540),mux(0,1)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spotifyDisplay(0,0,1920,1080)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365191" y="22000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2922375" y="2285527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3290325" y="2461477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314" name="Google Shape;314;p24"/>
          <p:cNvSpPr txBox="1"/>
          <p:nvPr/>
        </p:nvSpPr>
        <p:spPr>
          <a:xfrm>
            <a:off x="839191" y="293802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-38875" y="239412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3917000" y="281013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4445175" y="2479627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3396375" y="276321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3917000" y="2510677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3247368" y="2420653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2886000" y="2183496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365191" y="32257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839191" y="396372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-38875" y="341982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325" name="Google Shape;325;p24"/>
          <p:cNvSpPr/>
          <p:nvPr/>
        </p:nvSpPr>
        <p:spPr>
          <a:xfrm rot="5400000">
            <a:off x="1605850" y="3332821"/>
            <a:ext cx="15312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1993550" y="2241704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327" name="Google Shape;327;p24"/>
          <p:cNvCxnSpPr/>
          <p:nvPr/>
        </p:nvCxnSpPr>
        <p:spPr>
          <a:xfrm>
            <a:off x="1887988" y="2580279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24"/>
          <p:cNvCxnSpPr>
            <a:stCxn id="322" idx="3"/>
          </p:cNvCxnSpPr>
          <p:nvPr/>
        </p:nvCxnSpPr>
        <p:spPr>
          <a:xfrm flipH="1" rot="10800000">
            <a:off x="1887991" y="3271923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24"/>
          <p:cNvCxnSpPr>
            <a:endCxn id="312" idx="1"/>
          </p:cNvCxnSpPr>
          <p:nvPr/>
        </p:nvCxnSpPr>
        <p:spPr>
          <a:xfrm flipH="1" rot="10800000">
            <a:off x="2540775" y="2654527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24"/>
          <p:cNvSpPr/>
          <p:nvPr/>
        </p:nvSpPr>
        <p:spPr>
          <a:xfrm>
            <a:off x="2902300" y="3200256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3270250" y="3376206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332" name="Google Shape;332;p24"/>
          <p:cNvSpPr txBox="1"/>
          <p:nvPr/>
        </p:nvSpPr>
        <p:spPr>
          <a:xfrm>
            <a:off x="3376300" y="393825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4425100" y="3394356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334" name="Google Shape;334;p24"/>
          <p:cNvSpPr txBox="1"/>
          <p:nvPr/>
        </p:nvSpPr>
        <p:spPr>
          <a:xfrm>
            <a:off x="3376300" y="369718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3896925" y="342540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3227293" y="3335381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2865925" y="3098225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338" name="Google Shape;338;p24"/>
          <p:cNvCxnSpPr>
            <a:endCxn id="330" idx="1"/>
          </p:cNvCxnSpPr>
          <p:nvPr/>
        </p:nvCxnSpPr>
        <p:spPr>
          <a:xfrm>
            <a:off x="2517400" y="3240756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24"/>
          <p:cNvSpPr txBox="1"/>
          <p:nvPr/>
        </p:nvSpPr>
        <p:spPr>
          <a:xfrm>
            <a:off x="4085025" y="2113391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4169950" y="3023516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</a:t>
            </a:r>
            <a:endParaRPr/>
          </a:p>
        </p:txBody>
      </p:sp>
      <p:cxnSp>
        <p:nvCxnSpPr>
          <p:cNvPr id="341" name="Google Shape;341;p24"/>
          <p:cNvCxnSpPr/>
          <p:nvPr/>
        </p:nvCxnSpPr>
        <p:spPr>
          <a:xfrm>
            <a:off x="2245425" y="2844604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4"/>
          <p:cNvCxnSpPr/>
          <p:nvPr/>
        </p:nvCxnSpPr>
        <p:spPr>
          <a:xfrm flipH="1" rot="10800000">
            <a:off x="2237650" y="3248479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" name="Google Shape;343;p24"/>
          <p:cNvSpPr txBox="1"/>
          <p:nvPr/>
        </p:nvSpPr>
        <p:spPr>
          <a:xfrm>
            <a:off x="6518725" y="0"/>
            <a:ext cx="2625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mux-dummySink 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365191" y="42514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spotifyDisplay</a:t>
            </a:r>
            <a:endParaRPr/>
          </a:p>
        </p:txBody>
      </p:sp>
      <p:cxnSp>
        <p:nvCxnSpPr>
          <p:cNvPr id="345" name="Google Shape;345;p24"/>
          <p:cNvCxnSpPr>
            <a:stCxn id="344" idx="3"/>
          </p:cNvCxnSpPr>
          <p:nvPr/>
        </p:nvCxnSpPr>
        <p:spPr>
          <a:xfrm flipH="1" rot="10800000">
            <a:off x="1887991" y="3853623"/>
            <a:ext cx="318600" cy="766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24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mux.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</a:t>
            </a: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p.12, 17-20.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11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/>
        </p:nvSpPr>
        <p:spPr>
          <a:xfrm>
            <a:off x="0" y="0"/>
            <a:ext cx="2602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</a:t>
            </a:r>
            <a:r>
              <a:rPr lang="zh-TW">
                <a:solidFill>
                  <a:schemeClr val="lt1"/>
                </a:solidFill>
              </a:rPr>
              <a:t>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3185000" y="532225"/>
            <a:ext cx="1689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58" name="Google Shape;358;p25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25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jsonResponse\r\n”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0" name="Google Shape;360;p25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61" name="Google Shape;361;p25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5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25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5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25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66" name="Google Shape;366;p25"/>
          <p:cNvGraphicFramePr/>
          <p:nvPr/>
        </p:nvGraphicFramePr>
        <p:xfrm>
          <a:off x="4661575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976525"/>
                <a:gridCol w="9541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header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“jsonRequest”/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“jsonResponse”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length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checksum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digit hexadecimal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25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12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sourceSwitchers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75" name="Google Shape;375;p26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6" name="Google Shape;376;p26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3037925" y="528325"/>
            <a:ext cx="15744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8" name="Google Shape;378;p26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79" name="Google Shape;379;p26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26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“Type: jsonResponse\r\n”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1" name="Google Shape;381;p26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82" name="Google Shape;382;p26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6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26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26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26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87" name="Google Shape;387;p26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0:black screen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channel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homeSourceChannel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*The channel that switches when the Home button is pressed.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0:hide home icon(default)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home source 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homeStyle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0:home icon(default)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1.hide icon after switched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2.notify to launcher, after switch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8" name="Google Shape;388;p26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“sourceSwitchers”:[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{“id”: 0, “channel”: 2, “homeSourceChannel”: 3, “homeStyle”: 0},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{“id”: 2, “channel”: 3}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389" name="Google Shape;389;p26"/>
          <p:cNvCxnSpPr>
            <a:stCxn id="378" idx="3"/>
          </p:cNvCxnSpPr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26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3" name="Google Shape;393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13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/>
          <p:nvPr/>
        </p:nvSpPr>
        <p:spPr>
          <a:xfrm>
            <a:off x="276675" y="1250738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“sourceSwitchers”:[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{“id”: 0, “channel”: 2, “homeSourceChannel”: 3, “homeStyle”: 0},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{“id”: 2, “channel”: 3}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39947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2597131" y="36287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2965081" y="38047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800"/>
          </a:p>
        </p:txBody>
      </p:sp>
      <p:sp>
        <p:nvSpPr>
          <p:cNvPr id="402" name="Google Shape;402;p27"/>
          <p:cNvSpPr/>
          <p:nvPr/>
        </p:nvSpPr>
        <p:spPr>
          <a:xfrm>
            <a:off x="39947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03" name="Google Shape;403;p27"/>
          <p:cNvSpPr/>
          <p:nvPr/>
        </p:nvSpPr>
        <p:spPr>
          <a:xfrm rot="5400000">
            <a:off x="1675394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1668306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405" name="Google Shape;405;p27"/>
          <p:cNvCxnSpPr/>
          <p:nvPr/>
        </p:nvCxnSpPr>
        <p:spPr>
          <a:xfrm>
            <a:off x="1562744" y="3496175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27"/>
          <p:cNvCxnSpPr>
            <a:stCxn id="402" idx="3"/>
          </p:cNvCxnSpPr>
          <p:nvPr/>
        </p:nvCxnSpPr>
        <p:spPr>
          <a:xfrm flipH="1" rot="10800000">
            <a:off x="1562747" y="4204919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27"/>
          <p:cNvCxnSpPr>
            <a:stCxn id="403" idx="3"/>
            <a:endCxn id="400" idx="1"/>
          </p:cNvCxnSpPr>
          <p:nvPr/>
        </p:nvCxnSpPr>
        <p:spPr>
          <a:xfrm>
            <a:off x="2190044" y="3997775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27"/>
          <p:cNvSpPr txBox="1"/>
          <p:nvPr/>
        </p:nvSpPr>
        <p:spPr>
          <a:xfrm>
            <a:off x="2805331" y="32479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0" y="466100"/>
            <a:ext cx="716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switch(0,1)</a:t>
            </a:r>
            <a:b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switch(0,2)</a:t>
            </a:r>
            <a:endParaRPr/>
          </a:p>
        </p:txBody>
      </p:sp>
      <p:cxnSp>
        <p:nvCxnSpPr>
          <p:cNvPr id="410" name="Google Shape;410;p27"/>
          <p:cNvCxnSpPr>
            <a:endCxn id="403" idx="3"/>
          </p:cNvCxnSpPr>
          <p:nvPr/>
        </p:nvCxnSpPr>
        <p:spPr>
          <a:xfrm>
            <a:off x="1920344" y="3755675"/>
            <a:ext cx="2697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1" name="Google Shape;411;p27"/>
          <p:cNvSpPr/>
          <p:nvPr/>
        </p:nvSpPr>
        <p:spPr>
          <a:xfrm>
            <a:off x="5001137" y="30998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7558321" y="3612672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7926271" y="3788622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414" name="Google Shape;414;p27"/>
          <p:cNvSpPr/>
          <p:nvPr/>
        </p:nvSpPr>
        <p:spPr>
          <a:xfrm>
            <a:off x="5001137" y="41255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15" name="Google Shape;415;p27"/>
          <p:cNvSpPr/>
          <p:nvPr/>
        </p:nvSpPr>
        <p:spPr>
          <a:xfrm rot="5400000">
            <a:off x="6636583" y="3837844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6629496" y="3141519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417" name="Google Shape;417;p27"/>
          <p:cNvCxnSpPr/>
          <p:nvPr/>
        </p:nvCxnSpPr>
        <p:spPr>
          <a:xfrm>
            <a:off x="6523933" y="3480094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27"/>
          <p:cNvCxnSpPr>
            <a:stCxn id="414" idx="3"/>
          </p:cNvCxnSpPr>
          <p:nvPr/>
        </p:nvCxnSpPr>
        <p:spPr>
          <a:xfrm flipH="1" rot="10800000">
            <a:off x="6523937" y="4188838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27"/>
          <p:cNvCxnSpPr>
            <a:stCxn id="415" idx="3"/>
            <a:endCxn id="412" idx="1"/>
          </p:cNvCxnSpPr>
          <p:nvPr/>
        </p:nvCxnSpPr>
        <p:spPr>
          <a:xfrm>
            <a:off x="7151233" y="3981694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27"/>
          <p:cNvSpPr txBox="1"/>
          <p:nvPr/>
        </p:nvSpPr>
        <p:spPr>
          <a:xfrm>
            <a:off x="7766521" y="3231906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cxnSp>
        <p:nvCxnSpPr>
          <p:cNvPr id="421" name="Google Shape;421;p27"/>
          <p:cNvCxnSpPr>
            <a:endCxn id="415" idx="3"/>
          </p:cNvCxnSpPr>
          <p:nvPr/>
        </p:nvCxnSpPr>
        <p:spPr>
          <a:xfrm flipH="1" rot="10800000">
            <a:off x="6861133" y="3981694"/>
            <a:ext cx="2901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2" name="Google Shape;422;p27"/>
          <p:cNvSpPr/>
          <p:nvPr/>
        </p:nvSpPr>
        <p:spPr>
          <a:xfrm>
            <a:off x="534325" y="1765600"/>
            <a:ext cx="6117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1668300" y="3157600"/>
            <a:ext cx="732300" cy="135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27"/>
          <p:cNvCxnSpPr>
            <a:stCxn id="422" idx="2"/>
            <a:endCxn id="423" idx="0"/>
          </p:cNvCxnSpPr>
          <p:nvPr/>
        </p:nvCxnSpPr>
        <p:spPr>
          <a:xfrm>
            <a:off x="840175" y="2071300"/>
            <a:ext cx="1194300" cy="108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27"/>
          <p:cNvSpPr/>
          <p:nvPr/>
        </p:nvSpPr>
        <p:spPr>
          <a:xfrm>
            <a:off x="6700300" y="3940500"/>
            <a:ext cx="611700" cy="38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1277750" y="1771350"/>
            <a:ext cx="9912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7" name="Google Shape;427;p27"/>
          <p:cNvCxnSpPr>
            <a:stCxn id="426" idx="3"/>
            <a:endCxn id="425" idx="1"/>
          </p:cNvCxnSpPr>
          <p:nvPr/>
        </p:nvCxnSpPr>
        <p:spPr>
          <a:xfrm>
            <a:off x="2268950" y="1924200"/>
            <a:ext cx="4431300" cy="2209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27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sourceSwitchers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4385550" y="3788625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14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7" name="Google Shape;437;p28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2982625" y="532225"/>
            <a:ext cx="1746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28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40" name="Google Shape;440;p28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28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jsonResponse\r\n”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43" name="Google Shape;443;p28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28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28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28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28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48" name="Google Shape;448;p28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 / timeout / checksum_error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switch_id_does_not_exist /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channel_out_of_range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9" name="Google Shape;449;p28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“sourceSwitchers”:[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{“status”: ok},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</a:t>
            </a:r>
            <a:r>
              <a:rPr lang="zh-TW" sz="1500">
                <a:solidFill>
                  <a:schemeClr val="lt1"/>
                </a:solidFill>
              </a:rPr>
              <a:t>“status”: switch_id_does_not_exist</a:t>
            </a: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450" name="Google Shape;450;p28"/>
          <p:cNvCxnSpPr/>
          <p:nvPr/>
        </p:nvCxnSpPr>
        <p:spPr>
          <a:xfrm>
            <a:off x="2859750" y="4310334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1" name="Google Shape;451;p28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sourceSwitchers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53" name="Google Shape;453;p28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15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homeButton - switch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196048" y="30998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2753232" y="3612672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3121182" y="3788622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464" name="Google Shape;464;p29"/>
          <p:cNvSpPr/>
          <p:nvPr/>
        </p:nvSpPr>
        <p:spPr>
          <a:xfrm>
            <a:off x="196048" y="41255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 rot="5400000">
            <a:off x="1831494" y="3837844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 txBox="1"/>
          <p:nvPr/>
        </p:nvSpPr>
        <p:spPr>
          <a:xfrm>
            <a:off x="1824407" y="3141519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467" name="Google Shape;467;p29"/>
          <p:cNvCxnSpPr/>
          <p:nvPr/>
        </p:nvCxnSpPr>
        <p:spPr>
          <a:xfrm>
            <a:off x="1718844" y="3480094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29"/>
          <p:cNvCxnSpPr>
            <a:stCxn id="464" idx="3"/>
          </p:cNvCxnSpPr>
          <p:nvPr/>
        </p:nvCxnSpPr>
        <p:spPr>
          <a:xfrm flipH="1" rot="10800000">
            <a:off x="1718848" y="4188838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29"/>
          <p:cNvCxnSpPr>
            <a:stCxn id="465" idx="3"/>
            <a:endCxn id="462" idx="1"/>
          </p:cNvCxnSpPr>
          <p:nvPr/>
        </p:nvCxnSpPr>
        <p:spPr>
          <a:xfrm>
            <a:off x="2346144" y="3981694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29"/>
          <p:cNvSpPr txBox="1"/>
          <p:nvPr/>
        </p:nvSpPr>
        <p:spPr>
          <a:xfrm>
            <a:off x="2961432" y="3231906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cxnSp>
        <p:nvCxnSpPr>
          <p:cNvPr id="471" name="Google Shape;471;p29"/>
          <p:cNvCxnSpPr>
            <a:endCxn id="465" idx="3"/>
          </p:cNvCxnSpPr>
          <p:nvPr/>
        </p:nvCxnSpPr>
        <p:spPr>
          <a:xfrm flipH="1" rot="10800000">
            <a:off x="2056044" y="3981694"/>
            <a:ext cx="2901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2" name="Google Shape;472;p29"/>
          <p:cNvSpPr/>
          <p:nvPr/>
        </p:nvSpPr>
        <p:spPr>
          <a:xfrm>
            <a:off x="4863856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7421040" y="36287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7788990" y="38047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800"/>
          </a:p>
        </p:txBody>
      </p:sp>
      <p:sp>
        <p:nvSpPr>
          <p:cNvPr id="475" name="Google Shape;475;p29"/>
          <p:cNvSpPr/>
          <p:nvPr/>
        </p:nvSpPr>
        <p:spPr>
          <a:xfrm>
            <a:off x="4863856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 rot="5400000">
            <a:off x="6499303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9"/>
          <p:cNvSpPr txBox="1"/>
          <p:nvPr/>
        </p:nvSpPr>
        <p:spPr>
          <a:xfrm>
            <a:off x="6492215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478" name="Google Shape;478;p29"/>
          <p:cNvCxnSpPr/>
          <p:nvPr/>
        </p:nvCxnSpPr>
        <p:spPr>
          <a:xfrm>
            <a:off x="6386653" y="3496175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29"/>
          <p:cNvCxnSpPr>
            <a:stCxn id="475" idx="3"/>
          </p:cNvCxnSpPr>
          <p:nvPr/>
        </p:nvCxnSpPr>
        <p:spPr>
          <a:xfrm flipH="1" rot="10800000">
            <a:off x="6386656" y="4204919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29"/>
          <p:cNvCxnSpPr>
            <a:stCxn id="476" idx="3"/>
            <a:endCxn id="473" idx="1"/>
          </p:cNvCxnSpPr>
          <p:nvPr/>
        </p:nvCxnSpPr>
        <p:spPr>
          <a:xfrm>
            <a:off x="7013953" y="3997775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" name="Google Shape;481;p29"/>
          <p:cNvSpPr txBox="1"/>
          <p:nvPr/>
        </p:nvSpPr>
        <p:spPr>
          <a:xfrm>
            <a:off x="7629240" y="32479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cxnSp>
        <p:nvCxnSpPr>
          <p:cNvPr id="482" name="Google Shape;482;p29"/>
          <p:cNvCxnSpPr>
            <a:endCxn id="476" idx="3"/>
          </p:cNvCxnSpPr>
          <p:nvPr/>
        </p:nvCxnSpPr>
        <p:spPr>
          <a:xfrm>
            <a:off x="6744253" y="3755675"/>
            <a:ext cx="2697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483" name="Google Shape;4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2925" y="2335775"/>
            <a:ext cx="554625" cy="55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" name="Google Shape;484;p29"/>
          <p:cNvCxnSpPr>
            <a:endCxn id="483" idx="2"/>
          </p:cNvCxnSpPr>
          <p:nvPr/>
        </p:nvCxnSpPr>
        <p:spPr>
          <a:xfrm rot="10800000">
            <a:off x="3110237" y="2890400"/>
            <a:ext cx="114300" cy="924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85" name="Google Shape;485;p29"/>
          <p:cNvSpPr txBox="1"/>
          <p:nvPr/>
        </p:nvSpPr>
        <p:spPr>
          <a:xfrm>
            <a:off x="0" y="20591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switch comes before each display view, a home button will be automatically generated.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4385550" y="3788625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9"/>
          <p:cNvSpPr txBox="1"/>
          <p:nvPr/>
        </p:nvSpPr>
        <p:spPr>
          <a:xfrm>
            <a:off x="3791575" y="19514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When the button is pressed, it usually switches to src1, unless the "homeSourceChannel" is set via a "request".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8" name="Google Shape;4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16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sourceMuxs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95" name="Google Shape;495;p30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6" name="Google Shape;496;p30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2968000" y="528325"/>
            <a:ext cx="1644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8" name="Google Shape;498;p30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99" name="Google Shape;499;p30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30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jsonResponse\r\n”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502" name="Google Shape;502;p30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0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30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30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30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07" name="Google Shape;507;p30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sourceMuxs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sourceC</a:t>
                      </a: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0:black screen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channel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sinkChannel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0:dummy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channel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homeSourceChannel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*The channel that switches when the Home button is pressed.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0:hide home icon(default)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home source 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homeStyle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0:home icon(default)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1.hide icon after switched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2.notify to launcher, after switch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8" name="Google Shape;508;p30"/>
          <p:cNvSpPr txBox="1"/>
          <p:nvPr/>
        </p:nvSpPr>
        <p:spPr>
          <a:xfrm>
            <a:off x="4777675" y="346522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{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“</a:t>
            </a:r>
            <a:r>
              <a:rPr lang="zh-TW" sz="1200">
                <a:solidFill>
                  <a:schemeClr val="lt1"/>
                </a:solidFill>
              </a:rPr>
              <a:t>sourceMuxs</a:t>
            </a:r>
            <a:r>
              <a:rPr lang="zh-TW" sz="1200">
                <a:solidFill>
                  <a:schemeClr val="lt1"/>
                </a:solidFill>
              </a:rPr>
              <a:t>”:[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  {“id”: 0, “</a:t>
            </a:r>
            <a:r>
              <a:rPr lang="zh-TW" sz="1200">
                <a:solidFill>
                  <a:schemeClr val="lt1"/>
                </a:solidFill>
              </a:rPr>
              <a:t>sourceChannel</a:t>
            </a:r>
            <a:r>
              <a:rPr lang="zh-TW" sz="1200">
                <a:solidFill>
                  <a:schemeClr val="lt1"/>
                </a:solidFill>
              </a:rPr>
              <a:t>”: 2, </a:t>
            </a:r>
            <a:r>
              <a:rPr lang="zh-TW" sz="1200">
                <a:solidFill>
                  <a:schemeClr val="lt1"/>
                </a:solidFill>
              </a:rPr>
              <a:t>“sinkChannel”: 1, </a:t>
            </a:r>
            <a:r>
              <a:rPr lang="zh-TW" sz="1200">
                <a:solidFill>
                  <a:schemeClr val="lt1"/>
                </a:solidFill>
              </a:rPr>
              <a:t>“homeSourceChannel”: 3, “homeStyle”: 1},</a:t>
            </a:r>
            <a:br>
              <a:rPr lang="zh-TW" sz="1200">
                <a:solidFill>
                  <a:schemeClr val="lt1"/>
                </a:solidFill>
              </a:rPr>
            </a:br>
            <a:r>
              <a:rPr lang="zh-TW" sz="1200">
                <a:solidFill>
                  <a:schemeClr val="lt1"/>
                </a:solidFill>
              </a:rPr>
              <a:t>    {“id”: </a:t>
            </a:r>
            <a:r>
              <a:rPr lang="zh-TW" sz="1200">
                <a:solidFill>
                  <a:schemeClr val="lt1"/>
                </a:solidFill>
              </a:rPr>
              <a:t>0</a:t>
            </a:r>
            <a:r>
              <a:rPr lang="zh-TW" sz="1200">
                <a:solidFill>
                  <a:schemeClr val="lt1"/>
                </a:solidFill>
              </a:rPr>
              <a:t>, </a:t>
            </a:r>
            <a:r>
              <a:rPr lang="zh-TW" sz="1200">
                <a:solidFill>
                  <a:schemeClr val="lt1"/>
                </a:solidFill>
              </a:rPr>
              <a:t>“sourceChannel”: 2, “sinkChannel”: 3</a:t>
            </a:r>
            <a:r>
              <a:rPr lang="zh-TW" sz="1200">
                <a:solidFill>
                  <a:schemeClr val="lt1"/>
                </a:solidFill>
              </a:rPr>
              <a:t>}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}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509" name="Google Shape;509;p30"/>
          <p:cNvCxnSpPr>
            <a:stCxn id="498" idx="3"/>
          </p:cNvCxnSpPr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30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3" name="Google Shape;513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17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"/>
          <p:cNvSpPr txBox="1"/>
          <p:nvPr/>
        </p:nvSpPr>
        <p:spPr>
          <a:xfrm>
            <a:off x="0" y="0"/>
            <a:ext cx="914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p.7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dpDisplay2=dp-3,1920x1080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mainDisplay(0,0,1920,1080)-&gt;dpDisplay0(480,270,960,540),mux(0,1)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-&gt;dpDisplay2(0,0,1920,1080),mux(0,2)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365191" y="19038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520" name="Google Shape;520;p31"/>
          <p:cNvSpPr/>
          <p:nvPr/>
        </p:nvSpPr>
        <p:spPr>
          <a:xfrm>
            <a:off x="2922375" y="198936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3290325" y="216531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522" name="Google Shape;522;p31"/>
          <p:cNvSpPr/>
          <p:nvPr/>
        </p:nvSpPr>
        <p:spPr>
          <a:xfrm>
            <a:off x="365191" y="29295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23" name="Google Shape;523;p31"/>
          <p:cNvSpPr/>
          <p:nvPr/>
        </p:nvSpPr>
        <p:spPr>
          <a:xfrm rot="5400000">
            <a:off x="1617100" y="302540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1"/>
          <p:cNvSpPr txBox="1"/>
          <p:nvPr/>
        </p:nvSpPr>
        <p:spPr>
          <a:xfrm>
            <a:off x="1993550" y="194553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525" name="Google Shape;525;p31"/>
          <p:cNvCxnSpPr/>
          <p:nvPr/>
        </p:nvCxnSpPr>
        <p:spPr>
          <a:xfrm>
            <a:off x="1887988" y="228411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31"/>
          <p:cNvCxnSpPr>
            <a:stCxn id="522" idx="3"/>
          </p:cNvCxnSpPr>
          <p:nvPr/>
        </p:nvCxnSpPr>
        <p:spPr>
          <a:xfrm flipH="1" rot="10800000">
            <a:off x="1887991" y="297575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31"/>
          <p:cNvCxnSpPr>
            <a:endCxn id="520" idx="1"/>
          </p:cNvCxnSpPr>
          <p:nvPr/>
        </p:nvCxnSpPr>
        <p:spPr>
          <a:xfrm flipH="1" rot="10800000">
            <a:off x="2540775" y="235836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31"/>
          <p:cNvSpPr txBox="1"/>
          <p:nvPr/>
        </p:nvSpPr>
        <p:spPr>
          <a:xfrm>
            <a:off x="4218925" y="0"/>
            <a:ext cx="4925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sourceMuxs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2902300" y="290408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1"/>
          <p:cNvSpPr/>
          <p:nvPr/>
        </p:nvSpPr>
        <p:spPr>
          <a:xfrm>
            <a:off x="3270250" y="308003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531" name="Google Shape;531;p31"/>
          <p:cNvCxnSpPr>
            <a:endCxn id="529" idx="1"/>
          </p:cNvCxnSpPr>
          <p:nvPr/>
        </p:nvCxnSpPr>
        <p:spPr>
          <a:xfrm>
            <a:off x="2517400" y="294458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31"/>
          <p:cNvCxnSpPr/>
          <p:nvPr/>
        </p:nvCxnSpPr>
        <p:spPr>
          <a:xfrm>
            <a:off x="2245425" y="2548437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1"/>
          <p:cNvCxnSpPr/>
          <p:nvPr/>
        </p:nvCxnSpPr>
        <p:spPr>
          <a:xfrm flipH="1" rot="10800000">
            <a:off x="2237650" y="295231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4" name="Google Shape;534;p31"/>
          <p:cNvSpPr/>
          <p:nvPr/>
        </p:nvSpPr>
        <p:spPr>
          <a:xfrm>
            <a:off x="365191" y="401750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535" name="Google Shape;535;p31"/>
          <p:cNvSpPr/>
          <p:nvPr/>
        </p:nvSpPr>
        <p:spPr>
          <a:xfrm>
            <a:off x="2902300" y="392126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1"/>
          <p:cNvSpPr/>
          <p:nvPr/>
        </p:nvSpPr>
        <p:spPr>
          <a:xfrm>
            <a:off x="2902300" y="392127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7" name="Google Shape;537;p31"/>
          <p:cNvCxnSpPr>
            <a:stCxn id="534" idx="3"/>
          </p:cNvCxnSpPr>
          <p:nvPr/>
        </p:nvCxnSpPr>
        <p:spPr>
          <a:xfrm flipH="1" rot="10800000">
            <a:off x="1887991" y="355070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1"/>
          <p:cNvCxnSpPr>
            <a:endCxn id="535" idx="1"/>
          </p:cNvCxnSpPr>
          <p:nvPr/>
        </p:nvCxnSpPr>
        <p:spPr>
          <a:xfrm>
            <a:off x="2509600" y="359726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31"/>
          <p:cNvCxnSpPr/>
          <p:nvPr/>
        </p:nvCxnSpPr>
        <p:spPr>
          <a:xfrm>
            <a:off x="2222125" y="3566275"/>
            <a:ext cx="2796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0" name="Google Shape;540;p31"/>
          <p:cNvSpPr/>
          <p:nvPr/>
        </p:nvSpPr>
        <p:spPr>
          <a:xfrm>
            <a:off x="4734714" y="190860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541" name="Google Shape;541;p31"/>
          <p:cNvSpPr/>
          <p:nvPr/>
        </p:nvSpPr>
        <p:spPr>
          <a:xfrm>
            <a:off x="7291898" y="199411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1"/>
          <p:cNvSpPr/>
          <p:nvPr/>
        </p:nvSpPr>
        <p:spPr>
          <a:xfrm>
            <a:off x="7659848" y="217006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900"/>
          </a:p>
        </p:txBody>
      </p:sp>
      <p:sp>
        <p:nvSpPr>
          <p:cNvPr id="543" name="Google Shape;543;p31"/>
          <p:cNvSpPr/>
          <p:nvPr/>
        </p:nvSpPr>
        <p:spPr>
          <a:xfrm>
            <a:off x="4734714" y="293430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44" name="Google Shape;544;p31"/>
          <p:cNvSpPr/>
          <p:nvPr/>
        </p:nvSpPr>
        <p:spPr>
          <a:xfrm rot="5400000">
            <a:off x="5986623" y="303015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1"/>
          <p:cNvSpPr txBox="1"/>
          <p:nvPr/>
        </p:nvSpPr>
        <p:spPr>
          <a:xfrm>
            <a:off x="6363073" y="195028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546" name="Google Shape;546;p31"/>
          <p:cNvCxnSpPr/>
          <p:nvPr/>
        </p:nvCxnSpPr>
        <p:spPr>
          <a:xfrm>
            <a:off x="6257511" y="228886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31"/>
          <p:cNvCxnSpPr>
            <a:stCxn id="543" idx="3"/>
          </p:cNvCxnSpPr>
          <p:nvPr/>
        </p:nvCxnSpPr>
        <p:spPr>
          <a:xfrm flipH="1" rot="10800000">
            <a:off x="6257514" y="298050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31"/>
          <p:cNvCxnSpPr>
            <a:endCxn id="541" idx="1"/>
          </p:cNvCxnSpPr>
          <p:nvPr/>
        </p:nvCxnSpPr>
        <p:spPr>
          <a:xfrm flipH="1" rot="10800000">
            <a:off x="6910298" y="236311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9" name="Google Shape;549;p31"/>
          <p:cNvSpPr/>
          <p:nvPr/>
        </p:nvSpPr>
        <p:spPr>
          <a:xfrm>
            <a:off x="7271823" y="290883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"/>
          <p:cNvSpPr/>
          <p:nvPr/>
        </p:nvSpPr>
        <p:spPr>
          <a:xfrm>
            <a:off x="7639773" y="308478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551" name="Google Shape;551;p31"/>
          <p:cNvCxnSpPr>
            <a:endCxn id="549" idx="1"/>
          </p:cNvCxnSpPr>
          <p:nvPr/>
        </p:nvCxnSpPr>
        <p:spPr>
          <a:xfrm>
            <a:off x="6886923" y="294933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31"/>
          <p:cNvCxnSpPr/>
          <p:nvPr/>
        </p:nvCxnSpPr>
        <p:spPr>
          <a:xfrm flipH="1" rot="10800000">
            <a:off x="6596425" y="2599550"/>
            <a:ext cx="3060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31"/>
          <p:cNvCxnSpPr/>
          <p:nvPr/>
        </p:nvCxnSpPr>
        <p:spPr>
          <a:xfrm flipH="1" rot="10800000">
            <a:off x="6607173" y="295706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4" name="Google Shape;554;p31"/>
          <p:cNvSpPr/>
          <p:nvPr/>
        </p:nvSpPr>
        <p:spPr>
          <a:xfrm>
            <a:off x="4734714" y="402225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7271823" y="392601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7271823" y="39260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7" name="Google Shape;557;p31"/>
          <p:cNvCxnSpPr>
            <a:stCxn id="554" idx="3"/>
          </p:cNvCxnSpPr>
          <p:nvPr/>
        </p:nvCxnSpPr>
        <p:spPr>
          <a:xfrm flipH="1" rot="10800000">
            <a:off x="6257514" y="355545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p31"/>
          <p:cNvCxnSpPr>
            <a:endCxn id="555" idx="1"/>
          </p:cNvCxnSpPr>
          <p:nvPr/>
        </p:nvCxnSpPr>
        <p:spPr>
          <a:xfrm>
            <a:off x="6879123" y="360201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31"/>
          <p:cNvCxnSpPr/>
          <p:nvPr/>
        </p:nvCxnSpPr>
        <p:spPr>
          <a:xfrm>
            <a:off x="6627500" y="3006850"/>
            <a:ext cx="243600" cy="5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0" name="Google Shape;560;p31"/>
          <p:cNvSpPr txBox="1"/>
          <p:nvPr/>
        </p:nvSpPr>
        <p:spPr>
          <a:xfrm>
            <a:off x="5665450" y="380050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{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“sourceMuxs”:[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  {“id”: 0, “sourceChannel”: 2, “sinkChannel”: 1, “homeSourceChannel”: 3, “homeStyle”: 1},</a:t>
            </a:r>
            <a:br>
              <a:rPr lang="zh-TW" sz="1200">
                <a:solidFill>
                  <a:schemeClr val="lt1"/>
                </a:solidFill>
              </a:rPr>
            </a:br>
            <a:r>
              <a:rPr lang="zh-TW" sz="1200">
                <a:solidFill>
                  <a:schemeClr val="lt1"/>
                </a:solidFill>
              </a:rPr>
              <a:t>    {“id”: 0, “sourceChannel”: 2, “sinkChannel”: 3}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}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561" name="Google Shape;561;p31"/>
          <p:cNvSpPr txBox="1"/>
          <p:nvPr/>
        </p:nvSpPr>
        <p:spPr>
          <a:xfrm>
            <a:off x="1841450" y="2473388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src1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62" name="Google Shape;562;p31"/>
          <p:cNvSpPr txBox="1"/>
          <p:nvPr/>
        </p:nvSpPr>
        <p:spPr>
          <a:xfrm>
            <a:off x="1841450" y="3106738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src2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63" name="Google Shape;563;p31"/>
          <p:cNvSpPr txBox="1"/>
          <p:nvPr/>
        </p:nvSpPr>
        <p:spPr>
          <a:xfrm>
            <a:off x="2488213" y="2480913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sink1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64" name="Google Shape;564;p31"/>
          <p:cNvSpPr txBox="1"/>
          <p:nvPr/>
        </p:nvSpPr>
        <p:spPr>
          <a:xfrm>
            <a:off x="2286388" y="3039088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sink2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65" name="Google Shape;565;p31"/>
          <p:cNvSpPr txBox="1"/>
          <p:nvPr/>
        </p:nvSpPr>
        <p:spPr>
          <a:xfrm>
            <a:off x="2286388" y="3871963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sink3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5875946" y="801450"/>
            <a:ext cx="5517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7" name="Google Shape;567;p31"/>
          <p:cNvCxnSpPr>
            <a:stCxn id="566" idx="1"/>
          </p:cNvCxnSpPr>
          <p:nvPr/>
        </p:nvCxnSpPr>
        <p:spPr>
          <a:xfrm flipH="1">
            <a:off x="2742746" y="919950"/>
            <a:ext cx="3133200" cy="1267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31"/>
          <p:cNvSpPr/>
          <p:nvPr/>
        </p:nvSpPr>
        <p:spPr>
          <a:xfrm>
            <a:off x="1787025" y="2222125"/>
            <a:ext cx="1196400" cy="216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1"/>
          <p:cNvSpPr/>
          <p:nvPr/>
        </p:nvSpPr>
        <p:spPr>
          <a:xfrm>
            <a:off x="6773525" y="2352850"/>
            <a:ext cx="6117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1"/>
          <p:cNvSpPr/>
          <p:nvPr/>
        </p:nvSpPr>
        <p:spPr>
          <a:xfrm>
            <a:off x="6345550" y="2885450"/>
            <a:ext cx="3927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1"/>
          <p:cNvSpPr/>
          <p:nvPr/>
        </p:nvSpPr>
        <p:spPr>
          <a:xfrm>
            <a:off x="6773525" y="3407600"/>
            <a:ext cx="349800" cy="38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1"/>
          <p:cNvSpPr/>
          <p:nvPr/>
        </p:nvSpPr>
        <p:spPr>
          <a:xfrm>
            <a:off x="6495426" y="801450"/>
            <a:ext cx="1320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1"/>
          <p:cNvSpPr/>
          <p:nvPr/>
        </p:nvSpPr>
        <p:spPr>
          <a:xfrm>
            <a:off x="7813277" y="1172475"/>
            <a:ext cx="1320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1"/>
          <p:cNvSpPr/>
          <p:nvPr/>
        </p:nvSpPr>
        <p:spPr>
          <a:xfrm>
            <a:off x="7823126" y="801450"/>
            <a:ext cx="1320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5" name="Google Shape;575;p31"/>
          <p:cNvCxnSpPr>
            <a:stCxn id="572" idx="2"/>
            <a:endCxn id="570" idx="0"/>
          </p:cNvCxnSpPr>
          <p:nvPr/>
        </p:nvCxnSpPr>
        <p:spPr>
          <a:xfrm flipH="1">
            <a:off x="6541776" y="1038450"/>
            <a:ext cx="614100" cy="18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1"/>
          <p:cNvCxnSpPr>
            <a:stCxn id="573" idx="2"/>
            <a:endCxn id="571" idx="3"/>
          </p:cNvCxnSpPr>
          <p:nvPr/>
        </p:nvCxnSpPr>
        <p:spPr>
          <a:xfrm flipH="1">
            <a:off x="7123427" y="1409475"/>
            <a:ext cx="1350300" cy="219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31"/>
          <p:cNvCxnSpPr>
            <a:stCxn id="574" idx="2"/>
            <a:endCxn id="569" idx="0"/>
          </p:cNvCxnSpPr>
          <p:nvPr/>
        </p:nvCxnSpPr>
        <p:spPr>
          <a:xfrm flipH="1">
            <a:off x="7079276" y="1038450"/>
            <a:ext cx="1404300" cy="131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31"/>
          <p:cNvSpPr/>
          <p:nvPr/>
        </p:nvSpPr>
        <p:spPr>
          <a:xfrm>
            <a:off x="4393463" y="3242650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1"/>
          <p:cNvSpPr txBox="1"/>
          <p:nvPr/>
        </p:nvSpPr>
        <p:spPr>
          <a:xfrm>
            <a:off x="7392850" y="4148775"/>
            <a:ext cx="132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80" name="Google Shape;58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1" name="Google Shape;58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18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sourceMuxs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587" name="Google Shape;587;p32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9" name="Google Shape;589;p32"/>
          <p:cNvSpPr txBox="1"/>
          <p:nvPr/>
        </p:nvSpPr>
        <p:spPr>
          <a:xfrm>
            <a:off x="2968000" y="528325"/>
            <a:ext cx="1644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0" name="Google Shape;590;p32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591" name="Google Shape;591;p32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2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jsonResponse\r\n”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3" name="Google Shape;593;p32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594" name="Google Shape;594;p32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2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p32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32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32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99" name="Google Shape;599;p32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 / timeout / checksum_error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switch_id_does_not_exist /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channel_out_of_range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0" name="Google Shape;600;p32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</a:t>
            </a:r>
            <a:r>
              <a:rPr lang="zh-TW" sz="1200">
                <a:solidFill>
                  <a:schemeClr val="lt1"/>
                </a:solidFill>
              </a:rPr>
              <a:t>sourceMuxs</a:t>
            </a:r>
            <a:r>
              <a:rPr lang="zh-TW" sz="1500">
                <a:solidFill>
                  <a:schemeClr val="lt1"/>
                </a:solidFill>
              </a:rPr>
              <a:t>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{“status”: ok},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{“status”: switch_id_does_not_exist}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601" name="Google Shape;601;p32"/>
          <p:cNvCxnSpPr/>
          <p:nvPr/>
        </p:nvCxnSpPr>
        <p:spPr>
          <a:xfrm>
            <a:off x="2859750" y="4310334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2" name="Google Shape;602;p32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2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5" name="Google Shape;605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19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3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homeButton - mux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11" name="Google Shape;611;p33"/>
          <p:cNvSpPr/>
          <p:nvPr/>
        </p:nvSpPr>
        <p:spPr>
          <a:xfrm>
            <a:off x="196768" y="19707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612" name="Google Shape;612;p33"/>
          <p:cNvSpPr/>
          <p:nvPr/>
        </p:nvSpPr>
        <p:spPr>
          <a:xfrm>
            <a:off x="2753952" y="205626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3"/>
          <p:cNvSpPr/>
          <p:nvPr/>
        </p:nvSpPr>
        <p:spPr>
          <a:xfrm>
            <a:off x="3121902" y="223221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900"/>
          </a:p>
        </p:txBody>
      </p:sp>
      <p:sp>
        <p:nvSpPr>
          <p:cNvPr id="614" name="Google Shape;614;p33"/>
          <p:cNvSpPr/>
          <p:nvPr/>
        </p:nvSpPr>
        <p:spPr>
          <a:xfrm>
            <a:off x="196768" y="29964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 rot="5400000">
            <a:off x="1448677" y="309230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1825127" y="201243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617" name="Google Shape;617;p33"/>
          <p:cNvCxnSpPr/>
          <p:nvPr/>
        </p:nvCxnSpPr>
        <p:spPr>
          <a:xfrm>
            <a:off x="1719564" y="235101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33"/>
          <p:cNvCxnSpPr>
            <a:stCxn id="614" idx="3"/>
          </p:cNvCxnSpPr>
          <p:nvPr/>
        </p:nvCxnSpPr>
        <p:spPr>
          <a:xfrm flipH="1" rot="10800000">
            <a:off x="1719568" y="304265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33"/>
          <p:cNvCxnSpPr>
            <a:endCxn id="612" idx="1"/>
          </p:cNvCxnSpPr>
          <p:nvPr/>
        </p:nvCxnSpPr>
        <p:spPr>
          <a:xfrm flipH="1" rot="10800000">
            <a:off x="2372352" y="242526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0" name="Google Shape;620;p33"/>
          <p:cNvSpPr/>
          <p:nvPr/>
        </p:nvSpPr>
        <p:spPr>
          <a:xfrm>
            <a:off x="2733877" y="297098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3101827" y="314693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622" name="Google Shape;622;p33"/>
          <p:cNvCxnSpPr>
            <a:endCxn id="620" idx="1"/>
          </p:cNvCxnSpPr>
          <p:nvPr/>
        </p:nvCxnSpPr>
        <p:spPr>
          <a:xfrm>
            <a:off x="2348977" y="301148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33"/>
          <p:cNvCxnSpPr/>
          <p:nvPr/>
        </p:nvCxnSpPr>
        <p:spPr>
          <a:xfrm flipH="1" rot="10800000">
            <a:off x="2058479" y="2661700"/>
            <a:ext cx="3060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33"/>
          <p:cNvCxnSpPr/>
          <p:nvPr/>
        </p:nvCxnSpPr>
        <p:spPr>
          <a:xfrm flipH="1" rot="10800000">
            <a:off x="2069227" y="301921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5" name="Google Shape;625;p33"/>
          <p:cNvSpPr/>
          <p:nvPr/>
        </p:nvSpPr>
        <p:spPr>
          <a:xfrm>
            <a:off x="196768" y="408440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2733877" y="398816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3"/>
          <p:cNvSpPr/>
          <p:nvPr/>
        </p:nvSpPr>
        <p:spPr>
          <a:xfrm>
            <a:off x="2733877" y="398817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8" name="Google Shape;628;p33"/>
          <p:cNvCxnSpPr>
            <a:stCxn id="625" idx="3"/>
          </p:cNvCxnSpPr>
          <p:nvPr/>
        </p:nvCxnSpPr>
        <p:spPr>
          <a:xfrm flipH="1" rot="10800000">
            <a:off x="1719568" y="361760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33"/>
          <p:cNvCxnSpPr>
            <a:endCxn id="626" idx="1"/>
          </p:cNvCxnSpPr>
          <p:nvPr/>
        </p:nvCxnSpPr>
        <p:spPr>
          <a:xfrm>
            <a:off x="2341177" y="366416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33"/>
          <p:cNvCxnSpPr/>
          <p:nvPr/>
        </p:nvCxnSpPr>
        <p:spPr>
          <a:xfrm>
            <a:off x="2089554" y="3069000"/>
            <a:ext cx="243600" cy="5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31" name="Google Shape;631;p33"/>
          <p:cNvSpPr/>
          <p:nvPr/>
        </p:nvSpPr>
        <p:spPr>
          <a:xfrm>
            <a:off x="4385538" y="3207850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3"/>
          <p:cNvSpPr txBox="1"/>
          <p:nvPr/>
        </p:nvSpPr>
        <p:spPr>
          <a:xfrm>
            <a:off x="2854904" y="4210925"/>
            <a:ext cx="132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633" name="Google Shape;633;p33"/>
          <p:cNvSpPr/>
          <p:nvPr/>
        </p:nvSpPr>
        <p:spPr>
          <a:xfrm>
            <a:off x="4808943" y="2025177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634" name="Google Shape;634;p33"/>
          <p:cNvSpPr/>
          <p:nvPr/>
        </p:nvSpPr>
        <p:spPr>
          <a:xfrm>
            <a:off x="7366127" y="2110681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3"/>
          <p:cNvSpPr/>
          <p:nvPr/>
        </p:nvSpPr>
        <p:spPr>
          <a:xfrm>
            <a:off x="7734077" y="2286631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900"/>
          </a:p>
        </p:txBody>
      </p:sp>
      <p:sp>
        <p:nvSpPr>
          <p:cNvPr id="636" name="Google Shape;636;p33"/>
          <p:cNvSpPr/>
          <p:nvPr/>
        </p:nvSpPr>
        <p:spPr>
          <a:xfrm>
            <a:off x="4808943" y="3050877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637" name="Google Shape;637;p33"/>
          <p:cNvSpPr/>
          <p:nvPr/>
        </p:nvSpPr>
        <p:spPr>
          <a:xfrm rot="5400000">
            <a:off x="6060852" y="3146723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3"/>
          <p:cNvSpPr txBox="1"/>
          <p:nvPr/>
        </p:nvSpPr>
        <p:spPr>
          <a:xfrm>
            <a:off x="6437302" y="2066858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639" name="Google Shape;639;p33"/>
          <p:cNvCxnSpPr/>
          <p:nvPr/>
        </p:nvCxnSpPr>
        <p:spPr>
          <a:xfrm>
            <a:off x="6331739" y="2405433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33"/>
          <p:cNvCxnSpPr>
            <a:stCxn id="636" idx="3"/>
          </p:cNvCxnSpPr>
          <p:nvPr/>
        </p:nvCxnSpPr>
        <p:spPr>
          <a:xfrm flipH="1" rot="10800000">
            <a:off x="6331743" y="3097077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33"/>
          <p:cNvCxnSpPr>
            <a:endCxn id="634" idx="1"/>
          </p:cNvCxnSpPr>
          <p:nvPr/>
        </p:nvCxnSpPr>
        <p:spPr>
          <a:xfrm flipH="1" rot="10800000">
            <a:off x="6984527" y="2479681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33"/>
          <p:cNvSpPr/>
          <p:nvPr/>
        </p:nvSpPr>
        <p:spPr>
          <a:xfrm>
            <a:off x="7346052" y="302541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7714002" y="320136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644" name="Google Shape;644;p33"/>
          <p:cNvCxnSpPr>
            <a:endCxn id="642" idx="1"/>
          </p:cNvCxnSpPr>
          <p:nvPr/>
        </p:nvCxnSpPr>
        <p:spPr>
          <a:xfrm>
            <a:off x="6961152" y="3065910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p33"/>
          <p:cNvCxnSpPr/>
          <p:nvPr/>
        </p:nvCxnSpPr>
        <p:spPr>
          <a:xfrm flipH="1" rot="10800000">
            <a:off x="6681900" y="2716075"/>
            <a:ext cx="2949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3"/>
          <p:cNvCxnSpPr/>
          <p:nvPr/>
        </p:nvCxnSpPr>
        <p:spPr>
          <a:xfrm flipH="1" rot="10800000">
            <a:off x="6681402" y="3073633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7" name="Google Shape;647;p33"/>
          <p:cNvSpPr/>
          <p:nvPr/>
        </p:nvSpPr>
        <p:spPr>
          <a:xfrm>
            <a:off x="4808943" y="4138827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648" name="Google Shape;648;p33"/>
          <p:cNvSpPr/>
          <p:nvPr/>
        </p:nvSpPr>
        <p:spPr>
          <a:xfrm>
            <a:off x="7346052" y="4042585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3"/>
          <p:cNvSpPr/>
          <p:nvPr/>
        </p:nvSpPr>
        <p:spPr>
          <a:xfrm>
            <a:off x="7346052" y="4042595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0" name="Google Shape;650;p33"/>
          <p:cNvCxnSpPr>
            <a:stCxn id="647" idx="3"/>
          </p:cNvCxnSpPr>
          <p:nvPr/>
        </p:nvCxnSpPr>
        <p:spPr>
          <a:xfrm flipH="1" rot="10800000">
            <a:off x="6331743" y="3672027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33"/>
          <p:cNvCxnSpPr>
            <a:endCxn id="648" idx="1"/>
          </p:cNvCxnSpPr>
          <p:nvPr/>
        </p:nvCxnSpPr>
        <p:spPr>
          <a:xfrm>
            <a:off x="6953352" y="3718585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2" name="Google Shape;652;p33"/>
          <p:cNvCxnSpPr/>
          <p:nvPr/>
        </p:nvCxnSpPr>
        <p:spPr>
          <a:xfrm flipH="1" rot="10800000">
            <a:off x="6666350" y="3703375"/>
            <a:ext cx="2790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3" name="Google Shape;653;p33"/>
          <p:cNvSpPr txBox="1"/>
          <p:nvPr/>
        </p:nvSpPr>
        <p:spPr>
          <a:xfrm>
            <a:off x="7467079" y="4265346"/>
            <a:ext cx="132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pic>
        <p:nvPicPr>
          <p:cNvPr id="654" name="Google Shape;6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875" y="1414138"/>
            <a:ext cx="554625" cy="5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6825" y="1414138"/>
            <a:ext cx="554625" cy="5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775" y="1414138"/>
            <a:ext cx="554625" cy="55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7" name="Google Shape;657;p33"/>
          <p:cNvCxnSpPr/>
          <p:nvPr/>
        </p:nvCxnSpPr>
        <p:spPr>
          <a:xfrm rot="10800000">
            <a:off x="3038075" y="1771475"/>
            <a:ext cx="194100" cy="536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33"/>
          <p:cNvCxnSpPr/>
          <p:nvPr/>
        </p:nvCxnSpPr>
        <p:spPr>
          <a:xfrm flipH="1" rot="10800000">
            <a:off x="3177775" y="1740550"/>
            <a:ext cx="512700" cy="1421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33"/>
          <p:cNvCxnSpPr/>
          <p:nvPr/>
        </p:nvCxnSpPr>
        <p:spPr>
          <a:xfrm flipH="1" rot="10800000">
            <a:off x="2804850" y="1802450"/>
            <a:ext cx="1468500" cy="2253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60" name="Google Shape;660;p33"/>
          <p:cNvSpPr txBox="1"/>
          <p:nvPr/>
        </p:nvSpPr>
        <p:spPr>
          <a:xfrm>
            <a:off x="101825" y="8184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If each display view is preceded by a mux, then each display view will generate its own home button.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1" name="Google Shape;661;p33"/>
          <p:cNvSpPr txBox="1"/>
          <p:nvPr/>
        </p:nvSpPr>
        <p:spPr>
          <a:xfrm>
            <a:off x="4834450" y="823725"/>
            <a:ext cx="396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When the button is pressed, it usually </a:t>
            </a:r>
            <a:r>
              <a:rPr lang="zh-TW">
                <a:solidFill>
                  <a:schemeClr val="lt1"/>
                </a:solidFill>
              </a:rPr>
              <a:t>switches</a:t>
            </a:r>
            <a:r>
              <a:rPr lang="zh-TW">
                <a:solidFill>
                  <a:schemeClr val="lt1"/>
                </a:solidFill>
              </a:rPr>
              <a:t> to the initially connected source, unless the "homeSourceChannel" is set via a "request".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4063525" y="1289750"/>
            <a:ext cx="651900" cy="7380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4376650" y="3112625"/>
            <a:ext cx="372900" cy="4860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4" name="Google Shape;664;p33"/>
          <p:cNvCxnSpPr>
            <a:stCxn id="662" idx="2"/>
            <a:endCxn id="663" idx="0"/>
          </p:cNvCxnSpPr>
          <p:nvPr/>
        </p:nvCxnSpPr>
        <p:spPr>
          <a:xfrm>
            <a:off x="4389475" y="2027750"/>
            <a:ext cx="173700" cy="10848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5" name="Google Shape;665;p33"/>
          <p:cNvSpPr txBox="1"/>
          <p:nvPr/>
        </p:nvSpPr>
        <p:spPr>
          <a:xfrm>
            <a:off x="4057288" y="2629600"/>
            <a:ext cx="97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D966"/>
                </a:solidFill>
              </a:rPr>
              <a:t>press</a:t>
            </a:r>
            <a:endParaRPr sz="1600">
              <a:solidFill>
                <a:srgbClr val="FFD966"/>
              </a:solidFill>
            </a:endParaRPr>
          </a:p>
        </p:txBody>
      </p:sp>
      <p:sp>
        <p:nvSpPr>
          <p:cNvPr id="666" name="Google Shape;66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7" name="Google Shape;667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20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4"/>
          <p:cNvSpPr txBox="1"/>
          <p:nvPr/>
        </p:nvSpPr>
        <p:spPr>
          <a:xfrm>
            <a:off x="0" y="0"/>
            <a:ext cx="2602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notify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73" name="Google Shape;673;p34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jsonNotify\r\n”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4" name="Google Shape;674;p34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5" name="Google Shape;675;p34"/>
          <p:cNvSpPr txBox="1"/>
          <p:nvPr/>
        </p:nvSpPr>
        <p:spPr>
          <a:xfrm>
            <a:off x="3278775" y="528325"/>
            <a:ext cx="16392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6" name="Google Shape;676;p34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677" name="Google Shape;677;p34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34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4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0" name="Google Shape;680;p34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681" name="Google Shape;681;p34"/>
          <p:cNvGraphicFramePr/>
          <p:nvPr/>
        </p:nvGraphicFramePr>
        <p:xfrm>
          <a:off x="4661575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976525"/>
                <a:gridCol w="9541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header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</a:t>
                      </a: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jsonNotify</a:t>
                      </a: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”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length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checksum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digit hexadecimal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2" name="Google Shape;682;p34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</a:t>
            </a: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84" name="Google Shape;684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2</a:t>
            </a:r>
            <a:r>
              <a:rPr lang="zh-TW" sz="1000">
                <a:solidFill>
                  <a:srgbClr val="FFFFFF"/>
                </a:solidFill>
              </a:rPr>
              <a:t>1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"/>
          <p:cNvSpPr txBox="1"/>
          <p:nvPr/>
        </p:nvSpPr>
        <p:spPr>
          <a:xfrm>
            <a:off x="0" y="0"/>
            <a:ext cx="4218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notify -  homeEvent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90" name="Google Shape;690;p35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jsonNotify\r\n”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1" name="Google Shape;691;p35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2" name="Google Shape;692;p35"/>
          <p:cNvSpPr txBox="1"/>
          <p:nvPr/>
        </p:nvSpPr>
        <p:spPr>
          <a:xfrm>
            <a:off x="3278775" y="528325"/>
            <a:ext cx="16392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3" name="Google Shape;693;p35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694" name="Google Shape;694;p35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35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35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97" name="Google Shape;697;p35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698" name="Google Shape;698;p35"/>
          <p:cNvGraphicFramePr/>
          <p:nvPr/>
        </p:nvGraphicFramePr>
        <p:xfrm>
          <a:off x="4708200" y="104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{5C5494B5-F6C3-4459-89A1-52B6A1934198}</a:tableStyleId>
              </a:tblPr>
              <a:tblGrid>
                <a:gridCol w="976525"/>
                <a:gridCol w="9541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homeEvent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switch/mux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switch/mux id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9" name="Google Shape;699;p35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</a:t>
            </a:r>
            <a:r>
              <a:rPr lang="zh-TW" sz="1200">
                <a:solidFill>
                  <a:schemeClr val="lt1"/>
                </a:solidFill>
              </a:rPr>
              <a:t>homeEvent</a:t>
            </a:r>
            <a:r>
              <a:rPr lang="zh-TW" sz="1500">
                <a:solidFill>
                  <a:schemeClr val="lt1"/>
                </a:solidFill>
              </a:rPr>
              <a:t>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{“obj”: “switch”, “id”: 1},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</a:t>
            </a:r>
            <a:r>
              <a:rPr lang="zh-TW" sz="1500">
                <a:solidFill>
                  <a:schemeClr val="lt1"/>
                </a:solidFill>
              </a:rPr>
              <a:t> {“obj”: “mux”, “id”: 0},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35"/>
          <p:cNvCxnSpPr/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35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tcp(:50001)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04" name="Google Shape;704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FFFF"/>
                </a:solidFill>
              </a:rPr>
              <a:t>22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